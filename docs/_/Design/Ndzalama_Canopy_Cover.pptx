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7772400" cy="10223500"/>
  <p:notesSz cx="102235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9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05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1455-D47E-D15D-2AE3-D45FDEBE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F02FD-083F-9379-8584-C3111A3AD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1E4BF-81AA-0370-8BCA-FF8881E3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24B95-E714-0B59-2CDC-19BD553BC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1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6F19-E916-E474-87AE-8AD19E23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09532-0ECC-4D13-302B-6EA2E69EF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24D58-3394-29E3-2753-4BD3B9FB3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B9E13-052B-B6E1-3842-7F44FA19E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80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222992"/>
          </a:xfrm>
          <a:prstGeom prst="rect">
            <a:avLst/>
          </a:prstGeom>
        </p:spPr>
      </p:pic>
      <p:pic>
        <p:nvPicPr>
          <p:cNvPr id="3" name="Image 1" descr="icon_whit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14000"/>
          </a:blip>
          <a:stretch>
            <a:fillRect/>
          </a:stretch>
        </p:blipFill>
        <p:spPr>
          <a:xfrm rot="480000">
            <a:off x="-358897" y="-1412109"/>
            <a:ext cx="10405076" cy="12411516"/>
          </a:xfrm>
          <a:prstGeom prst="rect">
            <a:avLst/>
          </a:prstGeom>
        </p:spPr>
      </p:pic>
      <p:sp>
        <p:nvSpPr>
          <p:cNvPr id="4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048" y="0"/>
            <a:ext cx="530352" cy="1022299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 rot="5400000">
            <a:off x="4764024" y="4882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entury Gothic" panose="020B0502020202020204" pitchFamily="34" charset="0"/>
              </a:rPr>
              <a:t>TYPE OF GUIDE</a:t>
            </a:r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Image 2" descr="horiz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93776"/>
            <a:ext cx="1225296" cy="2651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6072" y="3456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Century Gothic" panose="020B0502020202020204" pitchFamily="34" charset="0"/>
                <a:ea typeface="Consolas" pitchFamily="34" charset="-122"/>
                <a:cs typeface="Consolas" pitchFamily="34" charset="-120"/>
              </a:rPr>
              <a:t>Additional Information</a:t>
            </a:r>
            <a:endParaRPr lang="en-US" sz="1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548640" y="382219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entury Gothic" panose="020B0502020202020204" pitchFamily="34" charset="0"/>
                <a:ea typeface="Georgia" pitchFamily="34" charset="-122"/>
                <a:cs typeface="Georgia" pitchFamily="34" charset="-120"/>
              </a:rPr>
              <a:t>Module Title</a:t>
            </a:r>
            <a:endParaRPr lang="en-US" sz="4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6072" y="6053328"/>
            <a:ext cx="713232" cy="4114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76072" y="6272784"/>
            <a:ext cx="4829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Additional Information</a:t>
            </a:r>
            <a:endParaRPr lang="en-US" sz="12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76072" y="9491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chemeClr val="bg1"/>
                </a:solidFill>
                <a:latin typeface="Century Gothic" panose="020B0502020202020204" pitchFamily="34" charset="0"/>
              </a:rPr>
              <a:t>Additional Information / Address </a:t>
            </a:r>
            <a:r>
              <a:rPr lang="en-US" sz="850" b="1" kern="0" spc="15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etc</a:t>
            </a:r>
            <a:endParaRPr lang="en-US" sz="8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8FC1-3C41-0EE8-DB6F-A47A11D2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gradient.png">
            <a:extLst>
              <a:ext uri="{FF2B5EF4-FFF2-40B4-BE49-F238E27FC236}">
                <a16:creationId xmlns:a16="http://schemas.microsoft.com/office/drawing/2014/main" id="{1C885295-B582-6934-1C44-718050965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222992"/>
          </a:xfrm>
          <a:prstGeom prst="rect">
            <a:avLst/>
          </a:prstGeom>
        </p:spPr>
      </p:pic>
      <p:pic>
        <p:nvPicPr>
          <p:cNvPr id="3" name="Image 1" descr="icon_white.png">
            <a:extLst>
              <a:ext uri="{FF2B5EF4-FFF2-40B4-BE49-F238E27FC236}">
                <a16:creationId xmlns:a16="http://schemas.microsoft.com/office/drawing/2014/main" id="{29FF4492-51A4-0086-ED23-E65765DA62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14000"/>
          </a:blip>
          <a:stretch>
            <a:fillRect/>
          </a:stretch>
        </p:blipFill>
        <p:spPr>
          <a:xfrm rot="480000">
            <a:off x="-358897" y="-1412109"/>
            <a:ext cx="10405076" cy="1241151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AA2872B3-A03E-62B0-5561-5C3E43B146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048" y="0"/>
            <a:ext cx="530352" cy="10222992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A8700B6-3386-259F-03E9-2170E091C41C}"/>
              </a:ext>
            </a:extLst>
          </p:cNvPr>
          <p:cNvSpPr/>
          <p:nvPr/>
        </p:nvSpPr>
        <p:spPr>
          <a:xfrm rot="5400000">
            <a:off x="4764024" y="4882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entury Gothic" panose="020B0502020202020204" pitchFamily="34" charset="0"/>
              </a:rPr>
              <a:t>TYPE OF GUIDE</a:t>
            </a:r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Image 2" descr="horiz_white.png">
            <a:extLst>
              <a:ext uri="{FF2B5EF4-FFF2-40B4-BE49-F238E27FC236}">
                <a16:creationId xmlns:a16="http://schemas.microsoft.com/office/drawing/2014/main" id="{53C9686F-BDBF-5CAD-01AB-628EC4718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93776"/>
            <a:ext cx="1225296" cy="265176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F5F3B5B-DDA9-7433-7490-0AA9720C318D}"/>
              </a:ext>
            </a:extLst>
          </p:cNvPr>
          <p:cNvSpPr/>
          <p:nvPr/>
        </p:nvSpPr>
        <p:spPr>
          <a:xfrm>
            <a:off x="576072" y="3456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Century Gothic" panose="020B0502020202020204" pitchFamily="34" charset="0"/>
                <a:ea typeface="Consolas" pitchFamily="34" charset="-122"/>
                <a:cs typeface="Consolas" pitchFamily="34" charset="-120"/>
              </a:rPr>
              <a:t>Additional Information</a:t>
            </a:r>
            <a:endParaRPr lang="en-US" sz="1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7659C6C-37AC-491C-90B2-D9C653FA405B}"/>
              </a:ext>
            </a:extLst>
          </p:cNvPr>
          <p:cNvSpPr/>
          <p:nvPr/>
        </p:nvSpPr>
        <p:spPr>
          <a:xfrm>
            <a:off x="548640" y="382219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entury Gothic" panose="020B0502020202020204" pitchFamily="34" charset="0"/>
                <a:ea typeface="Georgia" pitchFamily="34" charset="-122"/>
                <a:cs typeface="Georgia" pitchFamily="34" charset="-120"/>
              </a:rPr>
              <a:t>Module Title</a:t>
            </a:r>
            <a:endParaRPr lang="en-US" sz="4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EEC78F3-27BC-1332-CD0F-A71F67C27778}"/>
              </a:ext>
            </a:extLst>
          </p:cNvPr>
          <p:cNvSpPr/>
          <p:nvPr/>
        </p:nvSpPr>
        <p:spPr>
          <a:xfrm>
            <a:off x="576072" y="6053328"/>
            <a:ext cx="713232" cy="41148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FBEC887-E11C-570D-E7CB-85836F088CB6}"/>
              </a:ext>
            </a:extLst>
          </p:cNvPr>
          <p:cNvSpPr/>
          <p:nvPr/>
        </p:nvSpPr>
        <p:spPr>
          <a:xfrm>
            <a:off x="576072" y="6272784"/>
            <a:ext cx="4829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Additional Information</a:t>
            </a:r>
            <a:endParaRPr lang="en-US" sz="12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91C703A-41EE-FC81-72B1-BE2F542D3834}"/>
              </a:ext>
            </a:extLst>
          </p:cNvPr>
          <p:cNvSpPr/>
          <p:nvPr/>
        </p:nvSpPr>
        <p:spPr>
          <a:xfrm>
            <a:off x="576072" y="9491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chemeClr val="bg1"/>
                </a:solidFill>
                <a:latin typeface="Century Gothic" panose="020B0502020202020204" pitchFamily="34" charset="0"/>
              </a:rPr>
              <a:t>Additional Information / Address </a:t>
            </a:r>
            <a:r>
              <a:rPr lang="en-US" sz="850" b="1" kern="0" spc="15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etc</a:t>
            </a:r>
            <a:endParaRPr lang="en-US" sz="8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48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AF51-B95D-05CD-9D49-C4270346C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gradient.png">
            <a:extLst>
              <a:ext uri="{FF2B5EF4-FFF2-40B4-BE49-F238E27FC236}">
                <a16:creationId xmlns:a16="http://schemas.microsoft.com/office/drawing/2014/main" id="{02DFC942-FDA5-6182-0852-A520692B9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222992"/>
          </a:xfrm>
          <a:prstGeom prst="rect">
            <a:avLst/>
          </a:prstGeom>
        </p:spPr>
      </p:pic>
      <p:pic>
        <p:nvPicPr>
          <p:cNvPr id="3" name="Image 1" descr="icon_white.png">
            <a:extLst>
              <a:ext uri="{FF2B5EF4-FFF2-40B4-BE49-F238E27FC236}">
                <a16:creationId xmlns:a16="http://schemas.microsoft.com/office/drawing/2014/main" id="{CAC75F18-6E5B-DE45-D451-091585AF85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14000"/>
          </a:blip>
          <a:stretch>
            <a:fillRect/>
          </a:stretch>
        </p:blipFill>
        <p:spPr>
          <a:xfrm rot="480000">
            <a:off x="-358897" y="-1412109"/>
            <a:ext cx="10405076" cy="1241151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1751A814-E479-EB6C-C5AE-6187A1E66D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048" y="0"/>
            <a:ext cx="530352" cy="1022299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D5027E5-F98D-7914-CCD6-E2DEDDA4810A}"/>
              </a:ext>
            </a:extLst>
          </p:cNvPr>
          <p:cNvSpPr/>
          <p:nvPr/>
        </p:nvSpPr>
        <p:spPr>
          <a:xfrm rot="5400000">
            <a:off x="4764024" y="4882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entury Gothic" panose="020B0502020202020204" pitchFamily="34" charset="0"/>
              </a:rPr>
              <a:t>TYPE OF GUIDE</a:t>
            </a:r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Image 2" descr="horiz_white.png">
            <a:extLst>
              <a:ext uri="{FF2B5EF4-FFF2-40B4-BE49-F238E27FC236}">
                <a16:creationId xmlns:a16="http://schemas.microsoft.com/office/drawing/2014/main" id="{FB669665-44E2-6B17-8C70-AAC4B5B74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93776"/>
            <a:ext cx="1225296" cy="265176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9309333-1B59-1E9A-B33F-1C10A3C4BE78}"/>
              </a:ext>
            </a:extLst>
          </p:cNvPr>
          <p:cNvSpPr/>
          <p:nvPr/>
        </p:nvSpPr>
        <p:spPr>
          <a:xfrm>
            <a:off x="576072" y="3456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  <a:latin typeface="Century Gothic" panose="020B0502020202020204" pitchFamily="34" charset="0"/>
                <a:ea typeface="Consolas" pitchFamily="34" charset="-122"/>
                <a:cs typeface="Consolas" pitchFamily="34" charset="-120"/>
              </a:rPr>
              <a:t>Additional Information</a:t>
            </a:r>
            <a:endParaRPr lang="en-US" sz="1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B545553-F1E8-8C9E-EADF-C12BC2CB78E0}"/>
              </a:ext>
            </a:extLst>
          </p:cNvPr>
          <p:cNvSpPr/>
          <p:nvPr/>
        </p:nvSpPr>
        <p:spPr>
          <a:xfrm>
            <a:off x="548640" y="382219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entury Gothic" panose="020B0502020202020204" pitchFamily="34" charset="0"/>
                <a:ea typeface="Georgia" pitchFamily="34" charset="-122"/>
                <a:cs typeface="Georgia" pitchFamily="34" charset="-120"/>
              </a:rPr>
              <a:t>Module Title</a:t>
            </a:r>
            <a:endParaRPr lang="en-US" sz="4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3DBA93B-F353-9EF9-3315-FC43F424207D}"/>
              </a:ext>
            </a:extLst>
          </p:cNvPr>
          <p:cNvSpPr/>
          <p:nvPr/>
        </p:nvSpPr>
        <p:spPr>
          <a:xfrm>
            <a:off x="576072" y="6053328"/>
            <a:ext cx="713232" cy="41148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Z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0C257F0-0D1A-8144-30CC-3B1E29CA9A6D}"/>
              </a:ext>
            </a:extLst>
          </p:cNvPr>
          <p:cNvSpPr/>
          <p:nvPr/>
        </p:nvSpPr>
        <p:spPr>
          <a:xfrm>
            <a:off x="576072" y="6272784"/>
            <a:ext cx="4829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Additional Information</a:t>
            </a:r>
            <a:endParaRPr lang="en-US" sz="12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705E598-9AF3-9697-7B44-2EA0571B7883}"/>
              </a:ext>
            </a:extLst>
          </p:cNvPr>
          <p:cNvSpPr/>
          <p:nvPr/>
        </p:nvSpPr>
        <p:spPr>
          <a:xfrm>
            <a:off x="576072" y="9491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chemeClr val="bg1"/>
                </a:solidFill>
                <a:latin typeface="Century Gothic" panose="020B0502020202020204" pitchFamily="34" charset="0"/>
              </a:rPr>
              <a:t>Additional Information / Address </a:t>
            </a:r>
            <a:r>
              <a:rPr lang="en-US" sz="850" b="1" kern="0" spc="15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etc</a:t>
            </a:r>
            <a:endParaRPr lang="en-US" sz="8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9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dzalama Training">
      <a:dk1>
        <a:srgbClr val="2E5E13"/>
      </a:dk1>
      <a:lt1>
        <a:sysClr val="window" lastClr="FFFFFF"/>
      </a:lt1>
      <a:dk2>
        <a:srgbClr val="757070"/>
      </a:dk2>
      <a:lt2>
        <a:srgbClr val="E7E6E6"/>
      </a:lt2>
      <a:accent1>
        <a:srgbClr val="6EC902"/>
      </a:accent1>
      <a:accent2>
        <a:srgbClr val="4F9C1E"/>
      </a:accent2>
      <a:accent3>
        <a:srgbClr val="33506B"/>
      </a:accent3>
      <a:accent4>
        <a:srgbClr val="1C6E76"/>
      </a:accent4>
      <a:accent5>
        <a:srgbClr val="F2A93B"/>
      </a:accent5>
      <a:accent6>
        <a:srgbClr val="E8623F"/>
      </a:accent6>
      <a:hlink>
        <a:srgbClr val="000000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</Words>
  <Application>Microsoft Office PowerPoint</Application>
  <PresentationFormat>Custom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Sanette Wevell</cp:lastModifiedBy>
  <cp:revision>3</cp:revision>
  <dcterms:created xsi:type="dcterms:W3CDTF">2026-08-04T18:58:34Z</dcterms:created>
  <dcterms:modified xsi:type="dcterms:W3CDTF">2026-08-05T08:02:42Z</dcterms:modified>
</cp:coreProperties>
</file>