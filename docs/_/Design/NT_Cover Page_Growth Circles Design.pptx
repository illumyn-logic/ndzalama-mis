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7" r:id="rId3"/>
    <p:sldId id="258" r:id="rId4"/>
    <p:sldId id="259" r:id="rId5"/>
    <p:sldId id="256" r:id="rId6"/>
  </p:sldIdLst>
  <p:sldSz cx="5143500" cy="6762750"/>
  <p:notesSz cx="676275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E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4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296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A420-803D-1451-89BD-D7761528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CE4DB-57CD-1C92-4E3B-3E78245B5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9692F-868B-E6F6-6FEB-D8E9DC9A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A5113-92C5-12E5-ED0D-E15BE9C7D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04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BF5D-8FBA-9B62-62F0-861DD5DCC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422CC-1F09-1A9F-C77E-F96EE4974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2D4A2-296B-9270-E3E1-AD558F2D9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11DC1-C25C-EF61-6DBD-9145DAD83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41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29410-2A8E-F32F-3313-26B5C915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F7A09-8D87-D8A1-2DFB-D26F97B2B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E09CD-2C8A-5978-AA50-BB67FF966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5F524-0854-BECA-0AE9-9B73952EB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95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13A2-BADC-F723-B5BE-7B48CA16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AEC08-FFA8-83D1-2191-B0CB7EABC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A87E8-01CB-6F4C-9EE7-51DAB2780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99449-451B-9B85-CB73-8CFAEF4B9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50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C99C-8A48-3378-64A4-9DD44D96D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07AFE48-5EB5-6239-CC6B-62CC210B53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19" r="37137" b="40286"/>
          <a:stretch>
            <a:fillRect/>
          </a:stretch>
        </p:blipFill>
        <p:spPr>
          <a:xfrm>
            <a:off x="205510" y="2011486"/>
            <a:ext cx="4937990" cy="4751264"/>
          </a:xfrm>
          <a:prstGeom prst="rect">
            <a:avLst/>
          </a:prstGeom>
        </p:spPr>
      </p:pic>
      <p:sp>
        <p:nvSpPr>
          <p:cNvPr id="3" name="Text 8">
            <a:extLst>
              <a:ext uri="{FF2B5EF4-FFF2-40B4-BE49-F238E27FC236}">
                <a16:creationId xmlns:a16="http://schemas.microsoft.com/office/drawing/2014/main" id="{0F583C69-6D81-F8E7-597D-33C23D2E9B91}"/>
              </a:ext>
            </a:extLst>
          </p:cNvPr>
          <p:cNvSpPr/>
          <p:nvPr/>
        </p:nvSpPr>
        <p:spPr>
          <a:xfrm>
            <a:off x="419100" y="755631"/>
            <a:ext cx="4305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4F9C1E"/>
                </a:solidFill>
                <a:latin typeface="Century Gothic" panose="020B0502020202020204" pitchFamily="34" charset="0"/>
                <a:ea typeface="IBM Plex Mono" pitchFamily="34" charset="-122"/>
                <a:cs typeface="IBM Plex Mono" pitchFamily="34" charset="-120"/>
              </a:rPr>
              <a:t>Additional Information</a:t>
            </a:r>
            <a:endParaRPr lang="en-US" sz="825" dirty="0">
              <a:latin typeface="Century Gothic" panose="020B0502020202020204" pitchFamily="34" charset="0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F7B1B370-A279-D487-198B-F3F4A69DC011}"/>
              </a:ext>
            </a:extLst>
          </p:cNvPr>
          <p:cNvSpPr/>
          <p:nvPr/>
        </p:nvSpPr>
        <p:spPr>
          <a:xfrm>
            <a:off x="419100" y="974169"/>
            <a:ext cx="4305300" cy="583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dirty="0">
                <a:solidFill>
                  <a:srgbClr val="2B2E2F"/>
                </a:solidFill>
                <a:latin typeface="Century Gothic" panose="020B0502020202020204" pitchFamily="34" charset="0"/>
                <a:ea typeface="Fraunces" pitchFamily="34" charset="-122"/>
                <a:cs typeface="Fraunces" pitchFamily="34" charset="-120"/>
              </a:rPr>
              <a:t>Module Information</a:t>
            </a:r>
            <a:endParaRPr lang="en-US" sz="3150" dirty="0">
              <a:solidFill>
                <a:srgbClr val="2B2E2F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B7ADA56D-C107-B659-0EEB-BF6C0EC3D681}"/>
              </a:ext>
            </a:extLst>
          </p:cNvPr>
          <p:cNvSpPr/>
          <p:nvPr/>
        </p:nvSpPr>
        <p:spPr>
          <a:xfrm>
            <a:off x="419100" y="1502765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dirty="0">
                <a:solidFill>
                  <a:srgbClr val="2B2E2F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Additional Information</a:t>
            </a:r>
            <a:endParaRPr lang="en-US" sz="975" dirty="0">
              <a:solidFill>
                <a:srgbClr val="2B2E2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22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2F53-C6B5-A50E-0B6C-D907B651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653EB9D-8534-2F97-14D1-D233991174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39467" r="37137"/>
          <a:stretch>
            <a:fillRect/>
          </a:stretch>
        </p:blipFill>
        <p:spPr>
          <a:xfrm>
            <a:off x="23091" y="0"/>
            <a:ext cx="5120409" cy="4926785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D1C71D9D-88F1-2EBC-9E53-8B136DB5C9CB}"/>
              </a:ext>
            </a:extLst>
          </p:cNvPr>
          <p:cNvSpPr/>
          <p:nvPr/>
        </p:nvSpPr>
        <p:spPr>
          <a:xfrm>
            <a:off x="419100" y="4930467"/>
            <a:ext cx="4305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4F9C1E"/>
                </a:solidFill>
                <a:latin typeface="Century Gothic" panose="020B0502020202020204" pitchFamily="34" charset="0"/>
                <a:ea typeface="IBM Plex Mono" pitchFamily="34" charset="-122"/>
                <a:cs typeface="IBM Plex Mono" pitchFamily="34" charset="-120"/>
              </a:rPr>
              <a:t>Additional Information</a:t>
            </a:r>
            <a:endParaRPr lang="en-US" sz="825" dirty="0">
              <a:latin typeface="Century Gothic" panose="020B0502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85C68E1-5DD8-2980-F9B5-8B3125EFDC14}"/>
              </a:ext>
            </a:extLst>
          </p:cNvPr>
          <p:cNvSpPr/>
          <p:nvPr/>
        </p:nvSpPr>
        <p:spPr>
          <a:xfrm>
            <a:off x="419100" y="5149005"/>
            <a:ext cx="4305300" cy="583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dirty="0">
                <a:solidFill>
                  <a:srgbClr val="2B2E2F"/>
                </a:solidFill>
                <a:latin typeface="Century Gothic" panose="020B0502020202020204" pitchFamily="34" charset="0"/>
                <a:ea typeface="Fraunces" pitchFamily="34" charset="-122"/>
                <a:cs typeface="Fraunces" pitchFamily="34" charset="-120"/>
              </a:rPr>
              <a:t>Module Information</a:t>
            </a:r>
            <a:endParaRPr lang="en-US" sz="3150" dirty="0">
              <a:solidFill>
                <a:srgbClr val="2B2E2F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3CDFDD1-D693-56E3-08F6-F3597E044C6E}"/>
              </a:ext>
            </a:extLst>
          </p:cNvPr>
          <p:cNvSpPr/>
          <p:nvPr/>
        </p:nvSpPr>
        <p:spPr>
          <a:xfrm>
            <a:off x="419100" y="5677601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dirty="0">
                <a:solidFill>
                  <a:srgbClr val="2B2E2F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Additional Information</a:t>
            </a:r>
            <a:endParaRPr lang="en-US" sz="975" dirty="0">
              <a:solidFill>
                <a:srgbClr val="2B2E2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576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79AD-6550-4F10-0950-A3319A2F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67CB8F9-BC6E-E943-730E-9E9F2B1CA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39467" r="37137"/>
          <a:stretch>
            <a:fillRect/>
          </a:stretch>
        </p:blipFill>
        <p:spPr>
          <a:xfrm>
            <a:off x="23091" y="0"/>
            <a:ext cx="5120409" cy="4926785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64F9177B-2094-735D-829F-B4FB5DC2B7D8}"/>
              </a:ext>
            </a:extLst>
          </p:cNvPr>
          <p:cNvSpPr/>
          <p:nvPr/>
        </p:nvSpPr>
        <p:spPr>
          <a:xfrm>
            <a:off x="419100" y="5158866"/>
            <a:ext cx="4305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5" b="1" kern="0" spc="165" dirty="0">
                <a:solidFill>
                  <a:srgbClr val="4F9C1E"/>
                </a:solidFill>
                <a:latin typeface="Century Gothic" panose="020B0502020202020204" pitchFamily="34" charset="0"/>
                <a:ea typeface="IBM Plex Mono" pitchFamily="34" charset="-122"/>
                <a:cs typeface="IBM Plex Mono" pitchFamily="34" charset="-120"/>
              </a:rPr>
              <a:t>Additional Information</a:t>
            </a:r>
            <a:endParaRPr lang="en-US" sz="825" dirty="0">
              <a:latin typeface="Century Gothic" panose="020B0502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6AD2E33-4762-6797-228C-22FC0407E7F4}"/>
              </a:ext>
            </a:extLst>
          </p:cNvPr>
          <p:cNvSpPr/>
          <p:nvPr/>
        </p:nvSpPr>
        <p:spPr>
          <a:xfrm>
            <a:off x="419100" y="5377404"/>
            <a:ext cx="4305300" cy="583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150" b="1" dirty="0">
                <a:solidFill>
                  <a:srgbClr val="2B2E2F"/>
                </a:solidFill>
                <a:latin typeface="Century Gothic" panose="020B0502020202020204" pitchFamily="34" charset="0"/>
                <a:ea typeface="Fraunces" pitchFamily="34" charset="-122"/>
                <a:cs typeface="Fraunces" pitchFamily="34" charset="-120"/>
              </a:rPr>
              <a:t>Module Information</a:t>
            </a:r>
            <a:endParaRPr lang="en-US" sz="3150" dirty="0">
              <a:solidFill>
                <a:srgbClr val="2B2E2F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0D1D6AF-E2F2-28A9-F4B5-30CADA0CA800}"/>
              </a:ext>
            </a:extLst>
          </p:cNvPr>
          <p:cNvSpPr/>
          <p:nvPr/>
        </p:nvSpPr>
        <p:spPr>
          <a:xfrm>
            <a:off x="952500" y="59060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75" dirty="0">
                <a:solidFill>
                  <a:srgbClr val="2B2E2F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Additional Information</a:t>
            </a:r>
            <a:endParaRPr lang="en-US" sz="975" dirty="0">
              <a:solidFill>
                <a:srgbClr val="2B2E2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07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2D63-F074-CD78-9CDF-6FFD73FA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5CD68CF-1872-4B58-BE2C-32E0848117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19" r="37137" b="40286"/>
          <a:stretch>
            <a:fillRect/>
          </a:stretch>
        </p:blipFill>
        <p:spPr>
          <a:xfrm>
            <a:off x="205510" y="2011486"/>
            <a:ext cx="4937990" cy="4751264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E5BCA5D2-6FCA-BB2A-3534-36B8C01546CC}"/>
              </a:ext>
            </a:extLst>
          </p:cNvPr>
          <p:cNvSpPr/>
          <p:nvPr/>
        </p:nvSpPr>
        <p:spPr>
          <a:xfrm>
            <a:off x="492991" y="928612"/>
            <a:ext cx="4305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25" b="1" kern="0" spc="165" dirty="0">
                <a:solidFill>
                  <a:srgbClr val="4F9C1E"/>
                </a:solidFill>
                <a:latin typeface="Century Gothic" panose="020B0502020202020204" pitchFamily="34" charset="0"/>
                <a:ea typeface="IBM Plex Mono" pitchFamily="34" charset="-122"/>
                <a:cs typeface="IBM Plex Mono" pitchFamily="34" charset="-120"/>
              </a:rPr>
              <a:t>Additional Information</a:t>
            </a:r>
            <a:endParaRPr lang="en-US" sz="825" dirty="0">
              <a:latin typeface="Century Gothic" panose="020B0502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47F0072-F453-E14F-F8DC-E644343664FD}"/>
              </a:ext>
            </a:extLst>
          </p:cNvPr>
          <p:cNvSpPr/>
          <p:nvPr/>
        </p:nvSpPr>
        <p:spPr>
          <a:xfrm>
            <a:off x="492991" y="1147150"/>
            <a:ext cx="4305300" cy="583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150" b="1" dirty="0">
                <a:solidFill>
                  <a:srgbClr val="2B2E2F"/>
                </a:solidFill>
                <a:latin typeface="Century Gothic" panose="020B0502020202020204" pitchFamily="34" charset="0"/>
                <a:ea typeface="Fraunces" pitchFamily="34" charset="-122"/>
                <a:cs typeface="Fraunces" pitchFamily="34" charset="-120"/>
              </a:rPr>
              <a:t>Module Information</a:t>
            </a:r>
            <a:endParaRPr lang="en-US" sz="3150" dirty="0">
              <a:solidFill>
                <a:srgbClr val="2B2E2F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690FABA-1C84-6162-2E45-7B50ECF37C8F}"/>
              </a:ext>
            </a:extLst>
          </p:cNvPr>
          <p:cNvSpPr/>
          <p:nvPr/>
        </p:nvSpPr>
        <p:spPr>
          <a:xfrm>
            <a:off x="1026391" y="1675746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975" dirty="0">
                <a:solidFill>
                  <a:srgbClr val="2B2E2F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Additional Information</a:t>
            </a:r>
            <a:endParaRPr lang="en-US" sz="975" dirty="0">
              <a:solidFill>
                <a:srgbClr val="2B2E2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95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6762750"/>
          </a:xfrm>
          <a:prstGeom prst="rect">
            <a:avLst/>
          </a:prstGeom>
          <a:solidFill>
            <a:srgbClr val="F4F8F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3524250" y="285750"/>
            <a:ext cx="1143000" cy="1143000"/>
          </a:xfrm>
          <a:prstGeom prst="ellipse">
            <a:avLst/>
          </a:prstGeom>
          <a:ln w="323850">
            <a:solidFill>
              <a:srgbClr val="2E5E13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6885798-F63A-03EA-4F98-C6E9EF114B0B}"/>
              </a:ext>
            </a:extLst>
          </p:cNvPr>
          <p:cNvGrpSpPr/>
          <p:nvPr/>
        </p:nvGrpSpPr>
        <p:grpSpPr>
          <a:xfrm>
            <a:off x="190500" y="-3048000"/>
            <a:ext cx="7810500" cy="7810500"/>
            <a:chOff x="190500" y="-3048000"/>
            <a:chExt cx="7810500" cy="7810500"/>
          </a:xfrm>
        </p:grpSpPr>
        <p:sp>
          <p:nvSpPr>
            <p:cNvPr id="4" name="Shape 2"/>
            <p:cNvSpPr/>
            <p:nvPr/>
          </p:nvSpPr>
          <p:spPr>
            <a:xfrm>
              <a:off x="2952750" y="-285750"/>
              <a:ext cx="2286000" cy="2286000"/>
            </a:xfrm>
            <a:prstGeom prst="ellipse">
              <a:avLst/>
            </a:prstGeom>
            <a:ln w="285750">
              <a:solidFill>
                <a:srgbClr val="4F9C1E">
                  <a:alpha val="78000"/>
                </a:srgbClr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Shape 3"/>
            <p:cNvSpPr/>
            <p:nvPr/>
          </p:nvSpPr>
          <p:spPr>
            <a:xfrm>
              <a:off x="2333625" y="-904875"/>
              <a:ext cx="3524250" cy="3524250"/>
            </a:xfrm>
            <a:prstGeom prst="ellipse">
              <a:avLst/>
            </a:prstGeom>
            <a:ln w="247650">
              <a:solidFill>
                <a:srgbClr val="6EC902">
                  <a:alpha val="66000"/>
                </a:srgbClr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Shape 4"/>
            <p:cNvSpPr/>
            <p:nvPr/>
          </p:nvSpPr>
          <p:spPr>
            <a:xfrm>
              <a:off x="1666875" y="-1571625"/>
              <a:ext cx="4857750" cy="4857750"/>
            </a:xfrm>
            <a:prstGeom prst="ellipse">
              <a:avLst/>
            </a:prstGeom>
            <a:ln w="209550">
              <a:solidFill>
                <a:srgbClr val="A9DB6E">
                  <a:alpha val="54000"/>
                </a:srgbClr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Shape 5"/>
            <p:cNvSpPr/>
            <p:nvPr/>
          </p:nvSpPr>
          <p:spPr>
            <a:xfrm>
              <a:off x="952500" y="-2286000"/>
              <a:ext cx="6286500" cy="6286500"/>
            </a:xfrm>
            <a:prstGeom prst="ellipse">
              <a:avLst/>
            </a:prstGeom>
            <a:ln w="171450">
              <a:solidFill>
                <a:srgbClr val="D6ECC0">
                  <a:alpha val="42000"/>
                </a:srgbClr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8" name="Shape 6"/>
            <p:cNvSpPr/>
            <p:nvPr/>
          </p:nvSpPr>
          <p:spPr>
            <a:xfrm>
              <a:off x="190500" y="-3048000"/>
              <a:ext cx="7810500" cy="7810500"/>
            </a:xfrm>
            <a:prstGeom prst="ellipse">
              <a:avLst/>
            </a:prstGeom>
            <a:ln w="133350">
              <a:solidFill>
                <a:srgbClr val="2E5E13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9" name="Shape 7"/>
            <p:cNvSpPr/>
            <p:nvPr/>
          </p:nvSpPr>
          <p:spPr>
            <a:xfrm>
              <a:off x="3381375" y="142875"/>
              <a:ext cx="1428750" cy="1428750"/>
            </a:xfrm>
            <a:prstGeom prst="ellipse">
              <a:avLst/>
            </a:prstGeom>
            <a:solidFill>
              <a:srgbClr val="2E5E13"/>
            </a:solidFill>
            <a:ln/>
            <a:effectLst>
              <a:outerShdw blurRad="285750" dist="152400" dir="5400000" algn="bl" rotWithShape="0">
                <a:srgbClr val="142808">
                  <a:alpha val="25000"/>
                </a:srgbClr>
              </a:outerShdw>
            </a:effectLst>
          </p:spPr>
          <p:txBody>
            <a:bodyPr/>
            <a:lstStyle/>
            <a:p>
              <a:endParaRPr lang="en-ZA"/>
            </a:p>
          </p:txBody>
        </p:sp>
        <p:pic>
          <p:nvPicPr>
            <p:cNvPr id="10" name="Image 0" descr="assets/logo_mar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8484" y="466725"/>
              <a:ext cx="654533" cy="781050"/>
            </a:xfrm>
            <a:prstGeom prst="rect">
              <a:avLst/>
            </a:prstGeom>
          </p:spPr>
        </p:pic>
      </p:grpSp>
      <p:sp>
        <p:nvSpPr>
          <p:cNvPr id="11" name="Text 8"/>
          <p:cNvSpPr/>
          <p:nvPr/>
        </p:nvSpPr>
        <p:spPr>
          <a:xfrm>
            <a:off x="419100" y="2762250"/>
            <a:ext cx="4305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4F9C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LEARNER GUIDE   ·   NQF LEVEL 5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19100" y="312420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dirty="0">
                <a:solidFill>
                  <a:srgbClr val="2B2E2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Every ring</a:t>
            </a:r>
            <a:endParaRPr lang="en-US" sz="3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150" b="1" dirty="0">
                <a:solidFill>
                  <a:srgbClr val="2B2E2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is a season</a:t>
            </a:r>
            <a:endParaRPr lang="en-US" sz="3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150" b="1" dirty="0">
                <a:solidFill>
                  <a:srgbClr val="2B2E2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of growth.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419100" y="47625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dirty="0">
                <a:solidFill>
                  <a:srgbClr val="4C5457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Unit Standard 117871   ·   10 Credits   ·   National Certificate: Occupational Learning Facilitation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419100" y="6019800"/>
            <a:ext cx="4305300" cy="0"/>
          </a:xfrm>
          <a:prstGeom prst="line">
            <a:avLst/>
          </a:prstGeom>
          <a:noFill/>
          <a:ln w="9525">
            <a:solidFill>
              <a:srgbClr val="D7DED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419100" y="61912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60" dirty="0">
                <a:solidFill>
                  <a:srgbClr val="738C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NDZALAMA TRAINING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571750" y="61912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kern="0" spc="60" dirty="0">
                <a:solidFill>
                  <a:srgbClr val="738C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V3.2   ·  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dzalama Training">
      <a:dk1>
        <a:srgbClr val="2E5E13"/>
      </a:dk1>
      <a:lt1>
        <a:sysClr val="window" lastClr="FFFFFF"/>
      </a:lt1>
      <a:dk2>
        <a:srgbClr val="757070"/>
      </a:dk2>
      <a:lt2>
        <a:srgbClr val="E7E6E6"/>
      </a:lt2>
      <a:accent1>
        <a:srgbClr val="6EC902"/>
      </a:accent1>
      <a:accent2>
        <a:srgbClr val="4F9C1E"/>
      </a:accent2>
      <a:accent3>
        <a:srgbClr val="33506B"/>
      </a:accent3>
      <a:accent4>
        <a:srgbClr val="1C6E76"/>
      </a:accent4>
      <a:accent5>
        <a:srgbClr val="F2A93B"/>
      </a:accent5>
      <a:accent6>
        <a:srgbClr val="E8623F"/>
      </a:accent6>
      <a:hlink>
        <a:srgbClr val="000000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</Words>
  <Application>Microsoft Office PowerPoint</Application>
  <PresentationFormat>Custom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Century Gothic</vt:lpstr>
      <vt:lpstr>Fraunces</vt:lpstr>
      <vt:lpstr>IBM Plex Mono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Margra Wevell</cp:lastModifiedBy>
  <cp:revision>2</cp:revision>
  <dcterms:created xsi:type="dcterms:W3CDTF">2026-08-04T20:07:35Z</dcterms:created>
  <dcterms:modified xsi:type="dcterms:W3CDTF">2026-08-04T20:17:19Z</dcterms:modified>
</cp:coreProperties>
</file>