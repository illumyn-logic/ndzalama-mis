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5143500" cy="6762750"/>
  <p:notesSz cx="676275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30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093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83095-AAD5-F12C-C5AA-837CEEE7C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875448-A2CC-9E6B-E82F-AB100E1E1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892E3-0452-2D59-7DD8-9E89A0F9C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79248-EDCF-8D9F-DB92-078D650814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21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0526F-6C1C-51D7-DB06-34B17DA2F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9E7061-8CAE-844E-F169-BE828F29D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1DA92-0A77-895C-9CF2-A886B6ED0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32FFC-9E97-1C76-FCD1-E7BF551C7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01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5143500" cy="3110865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assets/word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285750"/>
            <a:ext cx="791149" cy="1714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3110865"/>
            <a:ext cx="1285875" cy="676275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5"/>
          <p:cNvSpPr/>
          <p:nvPr/>
        </p:nvSpPr>
        <p:spPr>
          <a:xfrm>
            <a:off x="1285875" y="3110865"/>
            <a:ext cx="1285875" cy="676275"/>
          </a:xfrm>
          <a:prstGeom prst="rect">
            <a:avLst/>
          </a:prstGeom>
          <a:solidFill>
            <a:srgbClr val="2FA6A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6"/>
          <p:cNvSpPr/>
          <p:nvPr/>
        </p:nvSpPr>
        <p:spPr>
          <a:xfrm>
            <a:off x="2571750" y="3110865"/>
            <a:ext cx="1285875" cy="676275"/>
          </a:xfrm>
          <a:prstGeom prst="rect">
            <a:avLst/>
          </a:prstGeom>
          <a:solidFill>
            <a:srgbClr val="F0764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3857625" y="3110865"/>
            <a:ext cx="1285875" cy="676275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1" descr="assets/tree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207" y="3212306"/>
            <a:ext cx="396711" cy="473392"/>
          </a:xfrm>
          <a:prstGeom prst="rect">
            <a:avLst/>
          </a:prstGeom>
        </p:spPr>
      </p:pic>
      <p:sp>
        <p:nvSpPr>
          <p:cNvPr id="27" name="Text 3">
            <a:extLst>
              <a:ext uri="{FF2B5EF4-FFF2-40B4-BE49-F238E27FC236}">
                <a16:creationId xmlns:a16="http://schemas.microsoft.com/office/drawing/2014/main" id="{7A83A27E-C9D1-2D25-8A6D-2754EAF3D9EE}"/>
              </a:ext>
            </a:extLst>
          </p:cNvPr>
          <p:cNvSpPr/>
          <p:nvPr/>
        </p:nvSpPr>
        <p:spPr>
          <a:xfrm>
            <a:off x="323850" y="1156817"/>
            <a:ext cx="44958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3900" b="1" kern="0" spc="-78" dirty="0">
                <a:solidFill>
                  <a:srgbClr val="FFFFFF"/>
                </a:solidFill>
                <a:latin typeface="Century Gothic" panose="020B0502020202020204" pitchFamily="34" charset="0"/>
                <a:ea typeface="Work Sans" pitchFamily="34" charset="-122"/>
                <a:cs typeface="Work Sans" pitchFamily="34" charset="-120"/>
              </a:rPr>
              <a:t>MODULE INFORMATION</a:t>
            </a: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83E4CC6E-A2E8-7BDC-2BF9-20F9F1E4A278}"/>
              </a:ext>
            </a:extLst>
          </p:cNvPr>
          <p:cNvSpPr/>
          <p:nvPr/>
        </p:nvSpPr>
        <p:spPr>
          <a:xfrm>
            <a:off x="323850" y="2462442"/>
            <a:ext cx="3238500" cy="3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b="1" dirty="0">
                <a:solidFill>
                  <a:schemeClr val="bg1"/>
                </a:solidFill>
                <a:latin typeface="Century Gothic" panose="020B0502020202020204" pitchFamily="34" charset="0"/>
                <a:ea typeface="Work Sans" pitchFamily="34" charset="-122"/>
                <a:cs typeface="Work Sans" pitchFamily="34" charset="-120"/>
              </a:rPr>
              <a:t>Additional Information</a:t>
            </a:r>
            <a:endParaRPr lang="en-US" sz="975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93CE5-A6F0-364D-17D5-FE1DE5B97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C61F5F05-2BAB-A866-9DC8-2A743A7101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5143500" cy="3110865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assets/wordmark.png">
            <a:extLst>
              <a:ext uri="{FF2B5EF4-FFF2-40B4-BE49-F238E27FC236}">
                <a16:creationId xmlns:a16="http://schemas.microsoft.com/office/drawing/2014/main" id="{562E9467-59E0-3EC8-3CA2-B125329D6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285750"/>
            <a:ext cx="791149" cy="17145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479DAAA7-0BFC-9D2D-7567-F3F2389B2394}"/>
              </a:ext>
            </a:extLst>
          </p:cNvPr>
          <p:cNvSpPr/>
          <p:nvPr/>
        </p:nvSpPr>
        <p:spPr>
          <a:xfrm>
            <a:off x="1" y="3110865"/>
            <a:ext cx="1006764" cy="3651885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E53E6D5-7E97-C2F7-B452-801187558CB6}"/>
              </a:ext>
            </a:extLst>
          </p:cNvPr>
          <p:cNvSpPr/>
          <p:nvPr/>
        </p:nvSpPr>
        <p:spPr>
          <a:xfrm>
            <a:off x="2961493" y="3110865"/>
            <a:ext cx="2182007" cy="365188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1" descr="assets/tree_icon.png">
            <a:extLst>
              <a:ext uri="{FF2B5EF4-FFF2-40B4-BE49-F238E27FC236}">
                <a16:creationId xmlns:a16="http://schemas.microsoft.com/office/drawing/2014/main" id="{BB1B43D7-25EA-7613-32BA-64E97ACBF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40" y="3812387"/>
            <a:ext cx="1565161" cy="1867694"/>
          </a:xfrm>
          <a:prstGeom prst="rect">
            <a:avLst/>
          </a:prstGeom>
        </p:spPr>
      </p:pic>
      <p:sp>
        <p:nvSpPr>
          <p:cNvPr id="5" name="Shape 4">
            <a:extLst>
              <a:ext uri="{FF2B5EF4-FFF2-40B4-BE49-F238E27FC236}">
                <a16:creationId xmlns:a16="http://schemas.microsoft.com/office/drawing/2014/main" id="{CD4A7D84-5AE0-E56D-3627-11D9CE814C92}"/>
              </a:ext>
            </a:extLst>
          </p:cNvPr>
          <p:cNvSpPr/>
          <p:nvPr/>
        </p:nvSpPr>
        <p:spPr>
          <a:xfrm>
            <a:off x="947965" y="3110864"/>
            <a:ext cx="1006764" cy="3651885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43189562-6F51-325B-36C1-A63D40CEAB59}"/>
              </a:ext>
            </a:extLst>
          </p:cNvPr>
          <p:cNvSpPr/>
          <p:nvPr/>
        </p:nvSpPr>
        <p:spPr>
          <a:xfrm>
            <a:off x="1954729" y="3110865"/>
            <a:ext cx="1006764" cy="3651885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A9B50A6C-575C-953B-9BAD-DD9392095DFA}"/>
              </a:ext>
            </a:extLst>
          </p:cNvPr>
          <p:cNvSpPr/>
          <p:nvPr/>
        </p:nvSpPr>
        <p:spPr>
          <a:xfrm>
            <a:off x="323850" y="1156817"/>
            <a:ext cx="44958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3900" b="1" kern="0" spc="-78" dirty="0">
                <a:solidFill>
                  <a:srgbClr val="FFFFFF"/>
                </a:solidFill>
                <a:latin typeface="Century Gothic" panose="020B0502020202020204" pitchFamily="34" charset="0"/>
                <a:ea typeface="Work Sans" pitchFamily="34" charset="-122"/>
                <a:cs typeface="Work Sans" pitchFamily="34" charset="-120"/>
              </a:rPr>
              <a:t>MODULE INFORMATION</a:t>
            </a: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0B79A453-DF2B-05D4-C8B4-341C4E60E59E}"/>
              </a:ext>
            </a:extLst>
          </p:cNvPr>
          <p:cNvSpPr/>
          <p:nvPr/>
        </p:nvSpPr>
        <p:spPr>
          <a:xfrm>
            <a:off x="323850" y="2462442"/>
            <a:ext cx="3238500" cy="3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b="1" dirty="0">
                <a:solidFill>
                  <a:schemeClr val="bg1"/>
                </a:solidFill>
                <a:latin typeface="Century Gothic" panose="020B0502020202020204" pitchFamily="34" charset="0"/>
                <a:ea typeface="Work Sans" pitchFamily="34" charset="-122"/>
                <a:cs typeface="Work Sans" pitchFamily="34" charset="-120"/>
              </a:rPr>
              <a:t>Additional Information</a:t>
            </a:r>
            <a:endParaRPr lang="en-US" sz="975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85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892F4-EB8F-A950-CD2C-1A9AA111B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E0AB61F8-6FED-81E3-2566-8967986314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5143500" cy="3110865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assets/wordmark.png">
            <a:extLst>
              <a:ext uri="{FF2B5EF4-FFF2-40B4-BE49-F238E27FC236}">
                <a16:creationId xmlns:a16="http://schemas.microsoft.com/office/drawing/2014/main" id="{D1F3B5FF-0E8C-ADD4-510D-3D62F1D6B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285750"/>
            <a:ext cx="791149" cy="1714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05B2B4D-CBA4-C8A6-C963-8B2479B16330}"/>
              </a:ext>
            </a:extLst>
          </p:cNvPr>
          <p:cNvGrpSpPr/>
          <p:nvPr/>
        </p:nvGrpSpPr>
        <p:grpSpPr>
          <a:xfrm>
            <a:off x="0" y="6086475"/>
            <a:ext cx="5143500" cy="676275"/>
            <a:chOff x="0" y="3110865"/>
            <a:chExt cx="5143500" cy="676275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4151FB83-7717-64CC-7FD0-BDB5D1E835E8}"/>
                </a:ext>
              </a:extLst>
            </p:cNvPr>
            <p:cNvSpPr/>
            <p:nvPr/>
          </p:nvSpPr>
          <p:spPr>
            <a:xfrm>
              <a:off x="0" y="3110865"/>
              <a:ext cx="1285875" cy="676275"/>
            </a:xfrm>
            <a:prstGeom prst="rect">
              <a:avLst/>
            </a:prstGeom>
            <a:solidFill>
              <a:srgbClr val="F2A93B"/>
            </a:solidFill>
            <a:ln/>
          </p:spPr>
          <p:txBody>
            <a:bodyPr/>
            <a:lstStyle/>
            <a:p>
              <a:endParaRPr lang="en-ZA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14D63CBD-5978-2186-D3B1-E33A755F32BC}"/>
                </a:ext>
              </a:extLst>
            </p:cNvPr>
            <p:cNvSpPr/>
            <p:nvPr/>
          </p:nvSpPr>
          <p:spPr>
            <a:xfrm>
              <a:off x="1285875" y="3110865"/>
              <a:ext cx="1285875" cy="676275"/>
            </a:xfrm>
            <a:prstGeom prst="rect">
              <a:avLst/>
            </a:prstGeom>
            <a:solidFill>
              <a:srgbClr val="2FA6A6"/>
            </a:solidFill>
            <a:ln/>
          </p:spPr>
          <p:txBody>
            <a:bodyPr/>
            <a:lstStyle/>
            <a:p>
              <a:endParaRPr lang="en-ZA"/>
            </a:p>
          </p:txBody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A195C8C4-CBA1-D31A-605C-9DD612C73F61}"/>
                </a:ext>
              </a:extLst>
            </p:cNvPr>
            <p:cNvSpPr/>
            <p:nvPr/>
          </p:nvSpPr>
          <p:spPr>
            <a:xfrm>
              <a:off x="2571750" y="3110865"/>
              <a:ext cx="1285875" cy="676275"/>
            </a:xfrm>
            <a:prstGeom prst="rect">
              <a:avLst/>
            </a:prstGeom>
            <a:solidFill>
              <a:srgbClr val="F0764C"/>
            </a:solidFill>
            <a:ln/>
          </p:spPr>
          <p:txBody>
            <a:bodyPr/>
            <a:lstStyle/>
            <a:p>
              <a:endParaRPr lang="en-ZA"/>
            </a:p>
          </p:txBody>
        </p:sp>
        <p:sp>
          <p:nvSpPr>
            <p:cNvPr id="10" name="Shape 7">
              <a:extLst>
                <a:ext uri="{FF2B5EF4-FFF2-40B4-BE49-F238E27FC236}">
                  <a16:creationId xmlns:a16="http://schemas.microsoft.com/office/drawing/2014/main" id="{7A187E6A-2BD1-EDD2-0DBF-D4A9C2B54988}"/>
                </a:ext>
              </a:extLst>
            </p:cNvPr>
            <p:cNvSpPr/>
            <p:nvPr/>
          </p:nvSpPr>
          <p:spPr>
            <a:xfrm>
              <a:off x="3857625" y="3110865"/>
              <a:ext cx="1285875" cy="676275"/>
            </a:xfrm>
            <a:prstGeom prst="rect">
              <a:avLst/>
            </a:prstGeom>
            <a:solidFill>
              <a:schemeClr val="tx2"/>
            </a:solidFill>
            <a:ln/>
          </p:spPr>
          <p:txBody>
            <a:bodyPr/>
            <a:lstStyle/>
            <a:p>
              <a:endParaRPr lang="en-ZA"/>
            </a:p>
          </p:txBody>
        </p:sp>
        <p:pic>
          <p:nvPicPr>
            <p:cNvPr id="11" name="Image 1" descr="assets/tree_icon.png">
              <a:extLst>
                <a:ext uri="{FF2B5EF4-FFF2-40B4-BE49-F238E27FC236}">
                  <a16:creationId xmlns:a16="http://schemas.microsoft.com/office/drawing/2014/main" id="{494AB853-E554-129E-4007-429DBBC4A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02207" y="3212306"/>
              <a:ext cx="396711" cy="473392"/>
            </a:xfrm>
            <a:prstGeom prst="rect">
              <a:avLst/>
            </a:prstGeom>
          </p:spPr>
        </p:pic>
      </p:grpSp>
      <p:sp>
        <p:nvSpPr>
          <p:cNvPr id="14" name="Text 3">
            <a:extLst>
              <a:ext uri="{FF2B5EF4-FFF2-40B4-BE49-F238E27FC236}">
                <a16:creationId xmlns:a16="http://schemas.microsoft.com/office/drawing/2014/main" id="{782C98EE-FD3D-BDA7-E359-D83500A9BA78}"/>
              </a:ext>
            </a:extLst>
          </p:cNvPr>
          <p:cNvSpPr/>
          <p:nvPr/>
        </p:nvSpPr>
        <p:spPr>
          <a:xfrm>
            <a:off x="323850" y="1156817"/>
            <a:ext cx="44958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3900" b="1" kern="0" spc="-78" dirty="0">
                <a:solidFill>
                  <a:srgbClr val="FFFFFF"/>
                </a:solidFill>
                <a:latin typeface="Century Gothic" panose="020B0502020202020204" pitchFamily="34" charset="0"/>
                <a:ea typeface="Work Sans" pitchFamily="34" charset="-122"/>
                <a:cs typeface="Work Sans" pitchFamily="34" charset="-120"/>
              </a:rPr>
              <a:t>MODULE INFORMATION</a:t>
            </a: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C49B48DA-D212-5B8F-B473-BAEA29171C23}"/>
              </a:ext>
            </a:extLst>
          </p:cNvPr>
          <p:cNvSpPr/>
          <p:nvPr/>
        </p:nvSpPr>
        <p:spPr>
          <a:xfrm>
            <a:off x="323850" y="2462442"/>
            <a:ext cx="3238500" cy="30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b="1" dirty="0">
                <a:solidFill>
                  <a:schemeClr val="bg1"/>
                </a:solidFill>
                <a:latin typeface="Century Gothic" panose="020B0502020202020204" pitchFamily="34" charset="0"/>
                <a:ea typeface="Work Sans" pitchFamily="34" charset="-122"/>
                <a:cs typeface="Work Sans" pitchFamily="34" charset="-120"/>
              </a:rPr>
              <a:t>Additional Information</a:t>
            </a:r>
            <a:endParaRPr lang="en-US" sz="975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57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dzalama Training">
      <a:dk1>
        <a:srgbClr val="2E5E13"/>
      </a:dk1>
      <a:lt1>
        <a:sysClr val="window" lastClr="FFFFFF"/>
      </a:lt1>
      <a:dk2>
        <a:srgbClr val="757070"/>
      </a:dk2>
      <a:lt2>
        <a:srgbClr val="E7E6E6"/>
      </a:lt2>
      <a:accent1>
        <a:srgbClr val="6EC902"/>
      </a:accent1>
      <a:accent2>
        <a:srgbClr val="4F9C1E"/>
      </a:accent2>
      <a:accent3>
        <a:srgbClr val="33506B"/>
      </a:accent3>
      <a:accent4>
        <a:srgbClr val="1C6E76"/>
      </a:accent4>
      <a:accent5>
        <a:srgbClr val="F2A93B"/>
      </a:accent5>
      <a:accent6>
        <a:srgbClr val="E8623F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</Words>
  <Application>Microsoft Office PowerPoint</Application>
  <PresentationFormat>Custom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Century Gothic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Sanette Wevell</cp:lastModifiedBy>
  <cp:revision>2</cp:revision>
  <dcterms:created xsi:type="dcterms:W3CDTF">2026-08-04T20:24:38Z</dcterms:created>
  <dcterms:modified xsi:type="dcterms:W3CDTF">2026-08-05T08:04:00Z</dcterms:modified>
</cp:coreProperties>
</file>