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C9C12-36F8-4E8B-9C91-BB277C1356D3}" v="12" dt="2026-05-17T19:39:2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39CD0D-FBBE-45C8-B19D-C7C9703E46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2F50E2-8DB4-4EE1-AA60-6C8C3F840B3D}">
      <dgm:prSet/>
      <dgm:spPr/>
      <dgm:t>
        <a:bodyPr/>
        <a:lstStyle/>
        <a:p>
          <a:r>
            <a:rPr lang="en-US"/>
            <a:t>Occupational curriculum and qualification analysis</a:t>
          </a:r>
        </a:p>
      </dgm:t>
    </dgm:pt>
    <dgm:pt modelId="{26D7801D-748D-4894-9388-68FCBB933459}" type="parTrans" cxnId="{0E334724-3514-4318-85DD-CD1D9B295BBB}">
      <dgm:prSet/>
      <dgm:spPr/>
      <dgm:t>
        <a:bodyPr/>
        <a:lstStyle/>
        <a:p>
          <a:endParaRPr lang="en-US"/>
        </a:p>
      </dgm:t>
    </dgm:pt>
    <dgm:pt modelId="{5B46E279-794E-49C4-9891-33DFB3B236A3}" type="sibTrans" cxnId="{0E334724-3514-4318-85DD-CD1D9B295BBB}">
      <dgm:prSet/>
      <dgm:spPr/>
      <dgm:t>
        <a:bodyPr/>
        <a:lstStyle/>
        <a:p>
          <a:endParaRPr lang="en-US"/>
        </a:p>
      </dgm:t>
    </dgm:pt>
    <dgm:pt modelId="{7199A792-DAAA-439D-B538-7760CF31DD89}">
      <dgm:prSet/>
      <dgm:spPr/>
      <dgm:t>
        <a:bodyPr/>
        <a:lstStyle/>
        <a:p>
          <a:r>
            <a:rPr lang="en-US"/>
            <a:t>Target group analysis</a:t>
          </a:r>
        </a:p>
      </dgm:t>
    </dgm:pt>
    <dgm:pt modelId="{A822DD7C-012B-4DFA-8E17-6C503F3A6874}" type="parTrans" cxnId="{9C6DE096-EA00-4FD0-A610-B44DA8BB9D54}">
      <dgm:prSet/>
      <dgm:spPr/>
      <dgm:t>
        <a:bodyPr/>
        <a:lstStyle/>
        <a:p>
          <a:endParaRPr lang="en-US"/>
        </a:p>
      </dgm:t>
    </dgm:pt>
    <dgm:pt modelId="{15125CD4-31D4-486A-87DB-9E28C5375E22}" type="sibTrans" cxnId="{9C6DE096-EA00-4FD0-A610-B44DA8BB9D54}">
      <dgm:prSet/>
      <dgm:spPr/>
      <dgm:t>
        <a:bodyPr/>
        <a:lstStyle/>
        <a:p>
          <a:endParaRPr lang="en-US"/>
        </a:p>
      </dgm:t>
    </dgm:pt>
    <dgm:pt modelId="{47C2BC8A-D3BE-4746-A235-ECBC2EAD5E08}">
      <dgm:prSet/>
      <dgm:spPr/>
      <dgm:t>
        <a:bodyPr/>
        <a:lstStyle/>
        <a:p>
          <a:r>
            <a:rPr lang="en-US"/>
            <a:t>Facilitation planning and lesson sequencing</a:t>
          </a:r>
        </a:p>
      </dgm:t>
    </dgm:pt>
    <dgm:pt modelId="{CFD4AE77-7A85-4C4C-8992-BF04A105F4F2}" type="parTrans" cxnId="{4C31444B-268D-4EF0-A569-A8E0495E7672}">
      <dgm:prSet/>
      <dgm:spPr/>
      <dgm:t>
        <a:bodyPr/>
        <a:lstStyle/>
        <a:p>
          <a:endParaRPr lang="en-US"/>
        </a:p>
      </dgm:t>
    </dgm:pt>
    <dgm:pt modelId="{5966BE2E-CBF5-4354-8F75-472E916F66CD}" type="sibTrans" cxnId="{4C31444B-268D-4EF0-A569-A8E0495E7672}">
      <dgm:prSet/>
      <dgm:spPr/>
      <dgm:t>
        <a:bodyPr/>
        <a:lstStyle/>
        <a:p>
          <a:endParaRPr lang="en-US"/>
        </a:p>
      </dgm:t>
    </dgm:pt>
    <dgm:pt modelId="{511718D7-DEF4-41B7-A8AE-16D3F652D7C9}">
      <dgm:prSet/>
      <dgm:spPr/>
      <dgm:t>
        <a:bodyPr/>
        <a:lstStyle/>
        <a:p>
          <a:r>
            <a:rPr lang="en-US"/>
            <a:t>Learning environments and blended learning</a:t>
          </a:r>
        </a:p>
      </dgm:t>
    </dgm:pt>
    <dgm:pt modelId="{68300F36-585A-493D-AB55-05F61F4B4547}" type="parTrans" cxnId="{78EB458E-E54F-4A90-9B15-9955DF908E77}">
      <dgm:prSet/>
      <dgm:spPr/>
      <dgm:t>
        <a:bodyPr/>
        <a:lstStyle/>
        <a:p>
          <a:endParaRPr lang="en-US"/>
        </a:p>
      </dgm:t>
    </dgm:pt>
    <dgm:pt modelId="{C0A1228A-C222-4DD1-8BA6-69F930F97912}" type="sibTrans" cxnId="{78EB458E-E54F-4A90-9B15-9955DF908E77}">
      <dgm:prSet/>
      <dgm:spPr/>
      <dgm:t>
        <a:bodyPr/>
        <a:lstStyle/>
        <a:p>
          <a:endParaRPr lang="en-US"/>
        </a:p>
      </dgm:t>
    </dgm:pt>
    <dgm:pt modelId="{B722AB8E-3EE0-4A40-A592-6774C09C0F48}" type="pres">
      <dgm:prSet presAssocID="{4E39CD0D-FBBE-45C8-B19D-C7C9703E4689}" presName="root" presStyleCnt="0">
        <dgm:presLayoutVars>
          <dgm:dir/>
          <dgm:resizeHandles val="exact"/>
        </dgm:presLayoutVars>
      </dgm:prSet>
      <dgm:spPr/>
    </dgm:pt>
    <dgm:pt modelId="{5F4197B7-9FC6-40DA-AE9B-86A1435028EB}" type="pres">
      <dgm:prSet presAssocID="{112F50E2-8DB4-4EE1-AA60-6C8C3F840B3D}" presName="compNode" presStyleCnt="0"/>
      <dgm:spPr/>
    </dgm:pt>
    <dgm:pt modelId="{168C51F2-0B7D-41AC-B24C-9F34509B0919}" type="pres">
      <dgm:prSet presAssocID="{112F50E2-8DB4-4EE1-AA60-6C8C3F840B3D}" presName="bgRect" presStyleLbl="bgShp" presStyleIdx="0" presStyleCnt="4"/>
      <dgm:spPr/>
    </dgm:pt>
    <dgm:pt modelId="{1A0A9800-9343-4A9E-BE19-663BFDEF1D50}" type="pres">
      <dgm:prSet presAssocID="{112F50E2-8DB4-4EE1-AA60-6C8C3F840B3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AA5CD2D-B489-4A8B-A803-39B7150C9B61}" type="pres">
      <dgm:prSet presAssocID="{112F50E2-8DB4-4EE1-AA60-6C8C3F840B3D}" presName="spaceRect" presStyleCnt="0"/>
      <dgm:spPr/>
    </dgm:pt>
    <dgm:pt modelId="{AE4542CB-C13E-4646-A707-9E6A069B5A5C}" type="pres">
      <dgm:prSet presAssocID="{112F50E2-8DB4-4EE1-AA60-6C8C3F840B3D}" presName="parTx" presStyleLbl="revTx" presStyleIdx="0" presStyleCnt="4">
        <dgm:presLayoutVars>
          <dgm:chMax val="0"/>
          <dgm:chPref val="0"/>
        </dgm:presLayoutVars>
      </dgm:prSet>
      <dgm:spPr/>
    </dgm:pt>
    <dgm:pt modelId="{8028C5BD-EBED-4264-9104-5168A2D222F6}" type="pres">
      <dgm:prSet presAssocID="{5B46E279-794E-49C4-9891-33DFB3B236A3}" presName="sibTrans" presStyleCnt="0"/>
      <dgm:spPr/>
    </dgm:pt>
    <dgm:pt modelId="{CBD6972C-3ADF-4C23-8B95-6792C934F1AF}" type="pres">
      <dgm:prSet presAssocID="{7199A792-DAAA-439D-B538-7760CF31DD89}" presName="compNode" presStyleCnt="0"/>
      <dgm:spPr/>
    </dgm:pt>
    <dgm:pt modelId="{8E50EFB6-95EC-4382-9D84-078DCAF7B660}" type="pres">
      <dgm:prSet presAssocID="{7199A792-DAAA-439D-B538-7760CF31DD89}" presName="bgRect" presStyleLbl="bgShp" presStyleIdx="1" presStyleCnt="4"/>
      <dgm:spPr/>
    </dgm:pt>
    <dgm:pt modelId="{D612F55D-32BA-4318-8FCE-0CCE17E4056A}" type="pres">
      <dgm:prSet presAssocID="{7199A792-DAAA-439D-B538-7760CF31DD8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881803B-0EA8-47CE-885B-99E73703060D}" type="pres">
      <dgm:prSet presAssocID="{7199A792-DAAA-439D-B538-7760CF31DD89}" presName="spaceRect" presStyleCnt="0"/>
      <dgm:spPr/>
    </dgm:pt>
    <dgm:pt modelId="{67CED356-8E4F-4944-8859-810A36879D8D}" type="pres">
      <dgm:prSet presAssocID="{7199A792-DAAA-439D-B538-7760CF31DD89}" presName="parTx" presStyleLbl="revTx" presStyleIdx="1" presStyleCnt="4">
        <dgm:presLayoutVars>
          <dgm:chMax val="0"/>
          <dgm:chPref val="0"/>
        </dgm:presLayoutVars>
      </dgm:prSet>
      <dgm:spPr/>
    </dgm:pt>
    <dgm:pt modelId="{AB207329-A4D4-443A-87BC-DE18E12A87A4}" type="pres">
      <dgm:prSet presAssocID="{15125CD4-31D4-486A-87DB-9E28C5375E22}" presName="sibTrans" presStyleCnt="0"/>
      <dgm:spPr/>
    </dgm:pt>
    <dgm:pt modelId="{DBB2FA50-BA0F-4579-8DFC-8F172C360F1A}" type="pres">
      <dgm:prSet presAssocID="{47C2BC8A-D3BE-4746-A235-ECBC2EAD5E08}" presName="compNode" presStyleCnt="0"/>
      <dgm:spPr/>
    </dgm:pt>
    <dgm:pt modelId="{7B5507EA-030F-4420-8C8C-381E283762E1}" type="pres">
      <dgm:prSet presAssocID="{47C2BC8A-D3BE-4746-A235-ECBC2EAD5E08}" presName="bgRect" presStyleLbl="bgShp" presStyleIdx="2" presStyleCnt="4"/>
      <dgm:spPr/>
    </dgm:pt>
    <dgm:pt modelId="{D5EF9560-DD9D-4655-AC9B-EB9D9EB68378}" type="pres">
      <dgm:prSet presAssocID="{47C2BC8A-D3BE-4746-A235-ECBC2EAD5E0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84E3B523-1462-4768-9B3B-20BC966A8017}" type="pres">
      <dgm:prSet presAssocID="{47C2BC8A-D3BE-4746-A235-ECBC2EAD5E08}" presName="spaceRect" presStyleCnt="0"/>
      <dgm:spPr/>
    </dgm:pt>
    <dgm:pt modelId="{1BA8A9DB-83BE-479B-B5AC-46BE6C6A78C8}" type="pres">
      <dgm:prSet presAssocID="{47C2BC8A-D3BE-4746-A235-ECBC2EAD5E08}" presName="parTx" presStyleLbl="revTx" presStyleIdx="2" presStyleCnt="4">
        <dgm:presLayoutVars>
          <dgm:chMax val="0"/>
          <dgm:chPref val="0"/>
        </dgm:presLayoutVars>
      </dgm:prSet>
      <dgm:spPr/>
    </dgm:pt>
    <dgm:pt modelId="{EED9CAAD-6DB4-4F73-A544-80D4187CCE5D}" type="pres">
      <dgm:prSet presAssocID="{5966BE2E-CBF5-4354-8F75-472E916F66CD}" presName="sibTrans" presStyleCnt="0"/>
      <dgm:spPr/>
    </dgm:pt>
    <dgm:pt modelId="{FDD37A36-AB55-4443-A74E-19EE7270B128}" type="pres">
      <dgm:prSet presAssocID="{511718D7-DEF4-41B7-A8AE-16D3F652D7C9}" presName="compNode" presStyleCnt="0"/>
      <dgm:spPr/>
    </dgm:pt>
    <dgm:pt modelId="{5434B8E5-781A-42A1-850A-266E27AEB525}" type="pres">
      <dgm:prSet presAssocID="{511718D7-DEF4-41B7-A8AE-16D3F652D7C9}" presName="bgRect" presStyleLbl="bgShp" presStyleIdx="3" presStyleCnt="4"/>
      <dgm:spPr/>
    </dgm:pt>
    <dgm:pt modelId="{4B6A76C5-0D67-49C9-A641-80D8978F5C37}" type="pres">
      <dgm:prSet presAssocID="{511718D7-DEF4-41B7-A8AE-16D3F652D7C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73AE05D-3B53-4F2A-8B5F-C59DAA9DC4FF}" type="pres">
      <dgm:prSet presAssocID="{511718D7-DEF4-41B7-A8AE-16D3F652D7C9}" presName="spaceRect" presStyleCnt="0"/>
      <dgm:spPr/>
    </dgm:pt>
    <dgm:pt modelId="{FA3FDB6C-3B8B-48AC-8B3E-9E3487085F05}" type="pres">
      <dgm:prSet presAssocID="{511718D7-DEF4-41B7-A8AE-16D3F652D7C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E334724-3514-4318-85DD-CD1D9B295BBB}" srcId="{4E39CD0D-FBBE-45C8-B19D-C7C9703E4689}" destId="{112F50E2-8DB4-4EE1-AA60-6C8C3F840B3D}" srcOrd="0" destOrd="0" parTransId="{26D7801D-748D-4894-9388-68FCBB933459}" sibTransId="{5B46E279-794E-49C4-9891-33DFB3B236A3}"/>
    <dgm:cxn modelId="{3612A33A-5F9B-46BD-A371-555A177198A8}" type="presOf" srcId="{511718D7-DEF4-41B7-A8AE-16D3F652D7C9}" destId="{FA3FDB6C-3B8B-48AC-8B3E-9E3487085F05}" srcOrd="0" destOrd="0" presId="urn:microsoft.com/office/officeart/2018/2/layout/IconVerticalSolidList"/>
    <dgm:cxn modelId="{81F26162-6413-4F16-9C90-EA628B9E5DC6}" type="presOf" srcId="{7199A792-DAAA-439D-B538-7760CF31DD89}" destId="{67CED356-8E4F-4944-8859-810A36879D8D}" srcOrd="0" destOrd="0" presId="urn:microsoft.com/office/officeart/2018/2/layout/IconVerticalSolidList"/>
    <dgm:cxn modelId="{4C31444B-268D-4EF0-A569-A8E0495E7672}" srcId="{4E39CD0D-FBBE-45C8-B19D-C7C9703E4689}" destId="{47C2BC8A-D3BE-4746-A235-ECBC2EAD5E08}" srcOrd="2" destOrd="0" parTransId="{CFD4AE77-7A85-4C4C-8992-BF04A105F4F2}" sibTransId="{5966BE2E-CBF5-4354-8F75-472E916F66CD}"/>
    <dgm:cxn modelId="{78EB458E-E54F-4A90-9B15-9955DF908E77}" srcId="{4E39CD0D-FBBE-45C8-B19D-C7C9703E4689}" destId="{511718D7-DEF4-41B7-A8AE-16D3F652D7C9}" srcOrd="3" destOrd="0" parTransId="{68300F36-585A-493D-AB55-05F61F4B4547}" sibTransId="{C0A1228A-C222-4DD1-8BA6-69F930F97912}"/>
    <dgm:cxn modelId="{9C6DE096-EA00-4FD0-A610-B44DA8BB9D54}" srcId="{4E39CD0D-FBBE-45C8-B19D-C7C9703E4689}" destId="{7199A792-DAAA-439D-B538-7760CF31DD89}" srcOrd="1" destOrd="0" parTransId="{A822DD7C-012B-4DFA-8E17-6C503F3A6874}" sibTransId="{15125CD4-31D4-486A-87DB-9E28C5375E22}"/>
    <dgm:cxn modelId="{F0583A97-41EF-479E-A73A-A6728CD7703A}" type="presOf" srcId="{47C2BC8A-D3BE-4746-A235-ECBC2EAD5E08}" destId="{1BA8A9DB-83BE-479B-B5AC-46BE6C6A78C8}" srcOrd="0" destOrd="0" presId="urn:microsoft.com/office/officeart/2018/2/layout/IconVerticalSolidList"/>
    <dgm:cxn modelId="{0B197FA2-F708-4C8C-9294-5F0E4E06B552}" type="presOf" srcId="{4E39CD0D-FBBE-45C8-B19D-C7C9703E4689}" destId="{B722AB8E-3EE0-4A40-A592-6774C09C0F48}" srcOrd="0" destOrd="0" presId="urn:microsoft.com/office/officeart/2018/2/layout/IconVerticalSolidList"/>
    <dgm:cxn modelId="{AB26A6E2-81A2-4DD7-82E5-3952F7034D1D}" type="presOf" srcId="{112F50E2-8DB4-4EE1-AA60-6C8C3F840B3D}" destId="{AE4542CB-C13E-4646-A707-9E6A069B5A5C}" srcOrd="0" destOrd="0" presId="urn:microsoft.com/office/officeart/2018/2/layout/IconVerticalSolidList"/>
    <dgm:cxn modelId="{3772DD4E-E2A2-4778-BDD1-8BBAB67A0195}" type="presParOf" srcId="{B722AB8E-3EE0-4A40-A592-6774C09C0F48}" destId="{5F4197B7-9FC6-40DA-AE9B-86A1435028EB}" srcOrd="0" destOrd="0" presId="urn:microsoft.com/office/officeart/2018/2/layout/IconVerticalSolidList"/>
    <dgm:cxn modelId="{528C231B-A473-4974-8D44-389129D03D27}" type="presParOf" srcId="{5F4197B7-9FC6-40DA-AE9B-86A1435028EB}" destId="{168C51F2-0B7D-41AC-B24C-9F34509B0919}" srcOrd="0" destOrd="0" presId="urn:microsoft.com/office/officeart/2018/2/layout/IconVerticalSolidList"/>
    <dgm:cxn modelId="{069BD484-6B38-4549-878F-5944AFF93A7E}" type="presParOf" srcId="{5F4197B7-9FC6-40DA-AE9B-86A1435028EB}" destId="{1A0A9800-9343-4A9E-BE19-663BFDEF1D50}" srcOrd="1" destOrd="0" presId="urn:microsoft.com/office/officeart/2018/2/layout/IconVerticalSolidList"/>
    <dgm:cxn modelId="{EE420101-3183-443E-8CCD-3C23DEC2F099}" type="presParOf" srcId="{5F4197B7-9FC6-40DA-AE9B-86A1435028EB}" destId="{0AA5CD2D-B489-4A8B-A803-39B7150C9B61}" srcOrd="2" destOrd="0" presId="urn:microsoft.com/office/officeart/2018/2/layout/IconVerticalSolidList"/>
    <dgm:cxn modelId="{D97E1B37-1D8B-4AFE-8C71-B30420F50606}" type="presParOf" srcId="{5F4197B7-9FC6-40DA-AE9B-86A1435028EB}" destId="{AE4542CB-C13E-4646-A707-9E6A069B5A5C}" srcOrd="3" destOrd="0" presId="urn:microsoft.com/office/officeart/2018/2/layout/IconVerticalSolidList"/>
    <dgm:cxn modelId="{C2BBB890-01F7-4F48-BB8A-0C8B747D7336}" type="presParOf" srcId="{B722AB8E-3EE0-4A40-A592-6774C09C0F48}" destId="{8028C5BD-EBED-4264-9104-5168A2D222F6}" srcOrd="1" destOrd="0" presId="urn:microsoft.com/office/officeart/2018/2/layout/IconVerticalSolidList"/>
    <dgm:cxn modelId="{F78FAC09-B36B-4343-A54E-79E99E6A1664}" type="presParOf" srcId="{B722AB8E-3EE0-4A40-A592-6774C09C0F48}" destId="{CBD6972C-3ADF-4C23-8B95-6792C934F1AF}" srcOrd="2" destOrd="0" presId="urn:microsoft.com/office/officeart/2018/2/layout/IconVerticalSolidList"/>
    <dgm:cxn modelId="{0E3421A8-2AC6-4233-9A47-0732F192D855}" type="presParOf" srcId="{CBD6972C-3ADF-4C23-8B95-6792C934F1AF}" destId="{8E50EFB6-95EC-4382-9D84-078DCAF7B660}" srcOrd="0" destOrd="0" presId="urn:microsoft.com/office/officeart/2018/2/layout/IconVerticalSolidList"/>
    <dgm:cxn modelId="{0A2674E3-41B7-4C5B-B756-F3770F2B431C}" type="presParOf" srcId="{CBD6972C-3ADF-4C23-8B95-6792C934F1AF}" destId="{D612F55D-32BA-4318-8FCE-0CCE17E4056A}" srcOrd="1" destOrd="0" presId="urn:microsoft.com/office/officeart/2018/2/layout/IconVerticalSolidList"/>
    <dgm:cxn modelId="{D8DE203C-C89E-4500-837E-68D88515761B}" type="presParOf" srcId="{CBD6972C-3ADF-4C23-8B95-6792C934F1AF}" destId="{B881803B-0EA8-47CE-885B-99E73703060D}" srcOrd="2" destOrd="0" presId="urn:microsoft.com/office/officeart/2018/2/layout/IconVerticalSolidList"/>
    <dgm:cxn modelId="{867A83A0-CCE3-4442-98BD-9F51B1C3C091}" type="presParOf" srcId="{CBD6972C-3ADF-4C23-8B95-6792C934F1AF}" destId="{67CED356-8E4F-4944-8859-810A36879D8D}" srcOrd="3" destOrd="0" presId="urn:microsoft.com/office/officeart/2018/2/layout/IconVerticalSolidList"/>
    <dgm:cxn modelId="{999BC129-37C9-4DB8-B14A-E25EFF18EE48}" type="presParOf" srcId="{B722AB8E-3EE0-4A40-A592-6774C09C0F48}" destId="{AB207329-A4D4-443A-87BC-DE18E12A87A4}" srcOrd="3" destOrd="0" presId="urn:microsoft.com/office/officeart/2018/2/layout/IconVerticalSolidList"/>
    <dgm:cxn modelId="{3B503C98-E709-495A-85DB-09B3F6E0CF2C}" type="presParOf" srcId="{B722AB8E-3EE0-4A40-A592-6774C09C0F48}" destId="{DBB2FA50-BA0F-4579-8DFC-8F172C360F1A}" srcOrd="4" destOrd="0" presId="urn:microsoft.com/office/officeart/2018/2/layout/IconVerticalSolidList"/>
    <dgm:cxn modelId="{F16D0D15-F72B-44B4-ACE8-E07082B57C63}" type="presParOf" srcId="{DBB2FA50-BA0F-4579-8DFC-8F172C360F1A}" destId="{7B5507EA-030F-4420-8C8C-381E283762E1}" srcOrd="0" destOrd="0" presId="urn:microsoft.com/office/officeart/2018/2/layout/IconVerticalSolidList"/>
    <dgm:cxn modelId="{7E47E732-2370-4262-B718-A3BD22F40260}" type="presParOf" srcId="{DBB2FA50-BA0F-4579-8DFC-8F172C360F1A}" destId="{D5EF9560-DD9D-4655-AC9B-EB9D9EB68378}" srcOrd="1" destOrd="0" presId="urn:microsoft.com/office/officeart/2018/2/layout/IconVerticalSolidList"/>
    <dgm:cxn modelId="{5D3A0392-CB75-42AA-BBD5-AAC03DFC6C35}" type="presParOf" srcId="{DBB2FA50-BA0F-4579-8DFC-8F172C360F1A}" destId="{84E3B523-1462-4768-9B3B-20BC966A8017}" srcOrd="2" destOrd="0" presId="urn:microsoft.com/office/officeart/2018/2/layout/IconVerticalSolidList"/>
    <dgm:cxn modelId="{76249143-A3E3-46B9-845C-04B01BC7860B}" type="presParOf" srcId="{DBB2FA50-BA0F-4579-8DFC-8F172C360F1A}" destId="{1BA8A9DB-83BE-479B-B5AC-46BE6C6A78C8}" srcOrd="3" destOrd="0" presId="urn:microsoft.com/office/officeart/2018/2/layout/IconVerticalSolidList"/>
    <dgm:cxn modelId="{C7099B42-0696-4DBC-835E-B1F20E6C6A01}" type="presParOf" srcId="{B722AB8E-3EE0-4A40-A592-6774C09C0F48}" destId="{EED9CAAD-6DB4-4F73-A544-80D4187CCE5D}" srcOrd="5" destOrd="0" presId="urn:microsoft.com/office/officeart/2018/2/layout/IconVerticalSolidList"/>
    <dgm:cxn modelId="{B87408ED-EC21-4DF5-839F-4915A30499AD}" type="presParOf" srcId="{B722AB8E-3EE0-4A40-A592-6774C09C0F48}" destId="{FDD37A36-AB55-4443-A74E-19EE7270B128}" srcOrd="6" destOrd="0" presId="urn:microsoft.com/office/officeart/2018/2/layout/IconVerticalSolidList"/>
    <dgm:cxn modelId="{353D7E1B-EA5E-41E3-9CDD-64837D0F21D7}" type="presParOf" srcId="{FDD37A36-AB55-4443-A74E-19EE7270B128}" destId="{5434B8E5-781A-42A1-850A-266E27AEB525}" srcOrd="0" destOrd="0" presId="urn:microsoft.com/office/officeart/2018/2/layout/IconVerticalSolidList"/>
    <dgm:cxn modelId="{E2B5FF12-0D40-4A30-BC47-EEFE8C27362F}" type="presParOf" srcId="{FDD37A36-AB55-4443-A74E-19EE7270B128}" destId="{4B6A76C5-0D67-49C9-A641-80D8978F5C37}" srcOrd="1" destOrd="0" presId="urn:microsoft.com/office/officeart/2018/2/layout/IconVerticalSolidList"/>
    <dgm:cxn modelId="{2AEBEF9B-FFAD-4C62-AF6D-69C4C041AC94}" type="presParOf" srcId="{FDD37A36-AB55-4443-A74E-19EE7270B128}" destId="{B73AE05D-3B53-4F2A-8B5F-C59DAA9DC4FF}" srcOrd="2" destOrd="0" presId="urn:microsoft.com/office/officeart/2018/2/layout/IconVerticalSolidList"/>
    <dgm:cxn modelId="{730856C9-11E9-456F-B922-83E07C3850EE}" type="presParOf" srcId="{FDD37A36-AB55-4443-A74E-19EE7270B128}" destId="{FA3FDB6C-3B8B-48AC-8B3E-9E3487085F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BCEAA5-F964-4E03-A492-D1CAB0A69B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201141-C9F4-4538-857E-177B276B187D}">
      <dgm:prSet/>
      <dgm:spPr/>
      <dgm:t>
        <a:bodyPr/>
        <a:lstStyle/>
        <a:p>
          <a:r>
            <a:rPr lang="en-US"/>
            <a:t>Clear learning objectives</a:t>
          </a:r>
        </a:p>
      </dgm:t>
    </dgm:pt>
    <dgm:pt modelId="{A26680E5-501D-4875-A694-FEE7626D2DBB}" type="parTrans" cxnId="{E5B4A3BF-3543-461D-B153-03CFE5CB9625}">
      <dgm:prSet/>
      <dgm:spPr/>
      <dgm:t>
        <a:bodyPr/>
        <a:lstStyle/>
        <a:p>
          <a:endParaRPr lang="en-US"/>
        </a:p>
      </dgm:t>
    </dgm:pt>
    <dgm:pt modelId="{2083C3D4-0A4D-4986-BB61-FE1B6A8F0987}" type="sibTrans" cxnId="{E5B4A3BF-3543-461D-B153-03CFE5CB9625}">
      <dgm:prSet/>
      <dgm:spPr/>
      <dgm:t>
        <a:bodyPr/>
        <a:lstStyle/>
        <a:p>
          <a:endParaRPr lang="en-US"/>
        </a:p>
      </dgm:t>
    </dgm:pt>
    <dgm:pt modelId="{D22592D4-7E78-4476-8DD7-CDC9B5CCD7BC}">
      <dgm:prSet/>
      <dgm:spPr/>
      <dgm:t>
        <a:bodyPr/>
        <a:lstStyle/>
        <a:p>
          <a:r>
            <a:rPr lang="en-US"/>
            <a:t>Audience-centred facilitation</a:t>
          </a:r>
        </a:p>
      </dgm:t>
    </dgm:pt>
    <dgm:pt modelId="{A846897D-6EEF-4E52-A7A8-2067147C13EC}" type="parTrans" cxnId="{8BC9FDC9-766F-4D51-A4E1-04EEE2F4E32C}">
      <dgm:prSet/>
      <dgm:spPr/>
      <dgm:t>
        <a:bodyPr/>
        <a:lstStyle/>
        <a:p>
          <a:endParaRPr lang="en-US"/>
        </a:p>
      </dgm:t>
    </dgm:pt>
    <dgm:pt modelId="{826B890F-06F8-4A09-99AE-246DF4BCF52E}" type="sibTrans" cxnId="{8BC9FDC9-766F-4D51-A4E1-04EEE2F4E32C}">
      <dgm:prSet/>
      <dgm:spPr/>
      <dgm:t>
        <a:bodyPr/>
        <a:lstStyle/>
        <a:p>
          <a:endParaRPr lang="en-US"/>
        </a:p>
      </dgm:t>
    </dgm:pt>
    <dgm:pt modelId="{0C6E9030-6EC0-459E-B74D-7C10440ED0F2}">
      <dgm:prSet/>
      <dgm:spPr/>
      <dgm:t>
        <a:bodyPr/>
        <a:lstStyle/>
        <a:p>
          <a:r>
            <a:rPr lang="en-US"/>
            <a:t>Structured content and flow</a:t>
          </a:r>
        </a:p>
      </dgm:t>
    </dgm:pt>
    <dgm:pt modelId="{E735C3F6-7EB6-45FF-81BF-57055DB7EE1D}" type="parTrans" cxnId="{27F3D6AA-252C-4092-9C8D-877A2DAF2158}">
      <dgm:prSet/>
      <dgm:spPr/>
      <dgm:t>
        <a:bodyPr/>
        <a:lstStyle/>
        <a:p>
          <a:endParaRPr lang="en-US"/>
        </a:p>
      </dgm:t>
    </dgm:pt>
    <dgm:pt modelId="{BC9D78C1-A221-4C38-950D-233271C5EC3F}" type="sibTrans" cxnId="{27F3D6AA-252C-4092-9C8D-877A2DAF2158}">
      <dgm:prSet/>
      <dgm:spPr/>
      <dgm:t>
        <a:bodyPr/>
        <a:lstStyle/>
        <a:p>
          <a:endParaRPr lang="en-US"/>
        </a:p>
      </dgm:t>
    </dgm:pt>
    <dgm:pt modelId="{B5EDA3EE-4757-4C86-BAB8-83627E654E32}">
      <dgm:prSet/>
      <dgm:spPr/>
      <dgm:t>
        <a:bodyPr/>
        <a:lstStyle/>
        <a:p>
          <a:r>
            <a:rPr lang="en-US"/>
            <a:t>Practical workplace application</a:t>
          </a:r>
        </a:p>
      </dgm:t>
    </dgm:pt>
    <dgm:pt modelId="{1F5E6863-1DFE-4EAC-85C4-A6DC600B4C87}" type="parTrans" cxnId="{B3E0868C-9860-4DB9-B9E9-64691086EFF0}">
      <dgm:prSet/>
      <dgm:spPr/>
      <dgm:t>
        <a:bodyPr/>
        <a:lstStyle/>
        <a:p>
          <a:endParaRPr lang="en-US"/>
        </a:p>
      </dgm:t>
    </dgm:pt>
    <dgm:pt modelId="{BB20297B-D190-445F-89D5-2B114AB95733}" type="sibTrans" cxnId="{B3E0868C-9860-4DB9-B9E9-64691086EFF0}">
      <dgm:prSet/>
      <dgm:spPr/>
      <dgm:t>
        <a:bodyPr/>
        <a:lstStyle/>
        <a:p>
          <a:endParaRPr lang="en-US"/>
        </a:p>
      </dgm:t>
    </dgm:pt>
    <dgm:pt modelId="{C76DE3AF-D8DA-4CEA-8892-7AEC749D1A13}" type="pres">
      <dgm:prSet presAssocID="{34BCEAA5-F964-4E03-A492-D1CAB0A69BF7}" presName="root" presStyleCnt="0">
        <dgm:presLayoutVars>
          <dgm:dir/>
          <dgm:resizeHandles val="exact"/>
        </dgm:presLayoutVars>
      </dgm:prSet>
      <dgm:spPr/>
    </dgm:pt>
    <dgm:pt modelId="{A3F757BF-C5FF-45C1-A379-FE84EC3E9088}" type="pres">
      <dgm:prSet presAssocID="{9A201141-C9F4-4538-857E-177B276B187D}" presName="compNode" presStyleCnt="0"/>
      <dgm:spPr/>
    </dgm:pt>
    <dgm:pt modelId="{9BB2E2E3-E442-4B11-91F0-D1D22C93B26E}" type="pres">
      <dgm:prSet presAssocID="{9A201141-C9F4-4538-857E-177B276B187D}" presName="bgRect" presStyleLbl="bgShp" presStyleIdx="0" presStyleCnt="4"/>
      <dgm:spPr/>
    </dgm:pt>
    <dgm:pt modelId="{260136AD-F2EF-443F-8770-81EC208EEE98}" type="pres">
      <dgm:prSet presAssocID="{9A201141-C9F4-4538-857E-177B276B187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F7855D0-1E23-436C-AC70-B94262C3D178}" type="pres">
      <dgm:prSet presAssocID="{9A201141-C9F4-4538-857E-177B276B187D}" presName="spaceRect" presStyleCnt="0"/>
      <dgm:spPr/>
    </dgm:pt>
    <dgm:pt modelId="{EF8F8AD6-AE9C-4EB6-87B5-7813599ED772}" type="pres">
      <dgm:prSet presAssocID="{9A201141-C9F4-4538-857E-177B276B187D}" presName="parTx" presStyleLbl="revTx" presStyleIdx="0" presStyleCnt="4">
        <dgm:presLayoutVars>
          <dgm:chMax val="0"/>
          <dgm:chPref val="0"/>
        </dgm:presLayoutVars>
      </dgm:prSet>
      <dgm:spPr/>
    </dgm:pt>
    <dgm:pt modelId="{9242B28A-845D-4C1F-9BB8-5BA9A748AE59}" type="pres">
      <dgm:prSet presAssocID="{2083C3D4-0A4D-4986-BB61-FE1B6A8F0987}" presName="sibTrans" presStyleCnt="0"/>
      <dgm:spPr/>
    </dgm:pt>
    <dgm:pt modelId="{3657F78D-42F4-4BDC-8D40-5D1EEC2AF685}" type="pres">
      <dgm:prSet presAssocID="{D22592D4-7E78-4476-8DD7-CDC9B5CCD7BC}" presName="compNode" presStyleCnt="0"/>
      <dgm:spPr/>
    </dgm:pt>
    <dgm:pt modelId="{CE5D6E75-F217-41BE-9757-C11BB68FBD0A}" type="pres">
      <dgm:prSet presAssocID="{D22592D4-7E78-4476-8DD7-CDC9B5CCD7BC}" presName="bgRect" presStyleLbl="bgShp" presStyleIdx="1" presStyleCnt="4"/>
      <dgm:spPr/>
    </dgm:pt>
    <dgm:pt modelId="{03E2C0E2-E830-4F73-9FE7-472482AFBAD7}" type="pres">
      <dgm:prSet presAssocID="{D22592D4-7E78-4476-8DD7-CDC9B5CCD7B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08EE71D9-907A-4C46-B211-CC13A06EC045}" type="pres">
      <dgm:prSet presAssocID="{D22592D4-7E78-4476-8DD7-CDC9B5CCD7BC}" presName="spaceRect" presStyleCnt="0"/>
      <dgm:spPr/>
    </dgm:pt>
    <dgm:pt modelId="{DCDC843F-D9D5-4656-920A-EF48C932146F}" type="pres">
      <dgm:prSet presAssocID="{D22592D4-7E78-4476-8DD7-CDC9B5CCD7BC}" presName="parTx" presStyleLbl="revTx" presStyleIdx="1" presStyleCnt="4">
        <dgm:presLayoutVars>
          <dgm:chMax val="0"/>
          <dgm:chPref val="0"/>
        </dgm:presLayoutVars>
      </dgm:prSet>
      <dgm:spPr/>
    </dgm:pt>
    <dgm:pt modelId="{7D2988E0-E0B4-4A54-B20B-477CC26BA3EF}" type="pres">
      <dgm:prSet presAssocID="{826B890F-06F8-4A09-99AE-246DF4BCF52E}" presName="sibTrans" presStyleCnt="0"/>
      <dgm:spPr/>
    </dgm:pt>
    <dgm:pt modelId="{DCE81253-6121-483C-B050-868038FE3C9B}" type="pres">
      <dgm:prSet presAssocID="{0C6E9030-6EC0-459E-B74D-7C10440ED0F2}" presName="compNode" presStyleCnt="0"/>
      <dgm:spPr/>
    </dgm:pt>
    <dgm:pt modelId="{268F31BB-0343-4A9F-9EDD-9109EC80880F}" type="pres">
      <dgm:prSet presAssocID="{0C6E9030-6EC0-459E-B74D-7C10440ED0F2}" presName="bgRect" presStyleLbl="bgShp" presStyleIdx="2" presStyleCnt="4"/>
      <dgm:spPr/>
    </dgm:pt>
    <dgm:pt modelId="{8D452A58-D457-43B1-B990-B0322385DE4A}" type="pres">
      <dgm:prSet presAssocID="{0C6E9030-6EC0-459E-B74D-7C10440ED0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81EFFDF-1E8E-4C4B-8366-91FDBF641DD2}" type="pres">
      <dgm:prSet presAssocID="{0C6E9030-6EC0-459E-B74D-7C10440ED0F2}" presName="spaceRect" presStyleCnt="0"/>
      <dgm:spPr/>
    </dgm:pt>
    <dgm:pt modelId="{BB417018-1603-42AE-83B4-533E7E6B328F}" type="pres">
      <dgm:prSet presAssocID="{0C6E9030-6EC0-459E-B74D-7C10440ED0F2}" presName="parTx" presStyleLbl="revTx" presStyleIdx="2" presStyleCnt="4">
        <dgm:presLayoutVars>
          <dgm:chMax val="0"/>
          <dgm:chPref val="0"/>
        </dgm:presLayoutVars>
      </dgm:prSet>
      <dgm:spPr/>
    </dgm:pt>
    <dgm:pt modelId="{5311840D-90E7-48CF-88C0-DCEBF4DF1D49}" type="pres">
      <dgm:prSet presAssocID="{BC9D78C1-A221-4C38-950D-233271C5EC3F}" presName="sibTrans" presStyleCnt="0"/>
      <dgm:spPr/>
    </dgm:pt>
    <dgm:pt modelId="{1553B605-C344-4F17-8807-AE1FA50AD38E}" type="pres">
      <dgm:prSet presAssocID="{B5EDA3EE-4757-4C86-BAB8-83627E654E32}" presName="compNode" presStyleCnt="0"/>
      <dgm:spPr/>
    </dgm:pt>
    <dgm:pt modelId="{696A7535-6637-4FA4-845E-86A994BBA5AD}" type="pres">
      <dgm:prSet presAssocID="{B5EDA3EE-4757-4C86-BAB8-83627E654E32}" presName="bgRect" presStyleLbl="bgShp" presStyleIdx="3" presStyleCnt="4"/>
      <dgm:spPr/>
    </dgm:pt>
    <dgm:pt modelId="{A7862ECA-37FE-411A-BE41-7D39EF2B15EC}" type="pres">
      <dgm:prSet presAssocID="{B5EDA3EE-4757-4C86-BAB8-83627E654E3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F9773391-8AA8-4F74-BD79-0285F4276A58}" type="pres">
      <dgm:prSet presAssocID="{B5EDA3EE-4757-4C86-BAB8-83627E654E32}" presName="spaceRect" presStyleCnt="0"/>
      <dgm:spPr/>
    </dgm:pt>
    <dgm:pt modelId="{ABC7A5B5-256F-44F4-8E03-122897438DF5}" type="pres">
      <dgm:prSet presAssocID="{B5EDA3EE-4757-4C86-BAB8-83627E654E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61F81F-C880-419D-908C-B280D370F22D}" type="presOf" srcId="{34BCEAA5-F964-4E03-A492-D1CAB0A69BF7}" destId="{C76DE3AF-D8DA-4CEA-8892-7AEC749D1A13}" srcOrd="0" destOrd="0" presId="urn:microsoft.com/office/officeart/2018/2/layout/IconVerticalSolidList"/>
    <dgm:cxn modelId="{B97C0762-9960-44C5-B924-F3009E741E53}" type="presOf" srcId="{B5EDA3EE-4757-4C86-BAB8-83627E654E32}" destId="{ABC7A5B5-256F-44F4-8E03-122897438DF5}" srcOrd="0" destOrd="0" presId="urn:microsoft.com/office/officeart/2018/2/layout/IconVerticalSolidList"/>
    <dgm:cxn modelId="{08745664-07FC-4914-AD82-B9459A17A8FD}" type="presOf" srcId="{D22592D4-7E78-4476-8DD7-CDC9B5CCD7BC}" destId="{DCDC843F-D9D5-4656-920A-EF48C932146F}" srcOrd="0" destOrd="0" presId="urn:microsoft.com/office/officeart/2018/2/layout/IconVerticalSolidList"/>
    <dgm:cxn modelId="{B3E0868C-9860-4DB9-B9E9-64691086EFF0}" srcId="{34BCEAA5-F964-4E03-A492-D1CAB0A69BF7}" destId="{B5EDA3EE-4757-4C86-BAB8-83627E654E32}" srcOrd="3" destOrd="0" parTransId="{1F5E6863-1DFE-4EAC-85C4-A6DC600B4C87}" sibTransId="{BB20297B-D190-445F-89D5-2B114AB95733}"/>
    <dgm:cxn modelId="{EF50568F-08AC-4E82-88F4-599F681DF40A}" type="presOf" srcId="{9A201141-C9F4-4538-857E-177B276B187D}" destId="{EF8F8AD6-AE9C-4EB6-87B5-7813599ED772}" srcOrd="0" destOrd="0" presId="urn:microsoft.com/office/officeart/2018/2/layout/IconVerticalSolidList"/>
    <dgm:cxn modelId="{27F3D6AA-252C-4092-9C8D-877A2DAF2158}" srcId="{34BCEAA5-F964-4E03-A492-D1CAB0A69BF7}" destId="{0C6E9030-6EC0-459E-B74D-7C10440ED0F2}" srcOrd="2" destOrd="0" parTransId="{E735C3F6-7EB6-45FF-81BF-57055DB7EE1D}" sibTransId="{BC9D78C1-A221-4C38-950D-233271C5EC3F}"/>
    <dgm:cxn modelId="{E5B4A3BF-3543-461D-B153-03CFE5CB9625}" srcId="{34BCEAA5-F964-4E03-A492-D1CAB0A69BF7}" destId="{9A201141-C9F4-4538-857E-177B276B187D}" srcOrd="0" destOrd="0" parTransId="{A26680E5-501D-4875-A694-FEE7626D2DBB}" sibTransId="{2083C3D4-0A4D-4986-BB61-FE1B6A8F0987}"/>
    <dgm:cxn modelId="{8BC9FDC9-766F-4D51-A4E1-04EEE2F4E32C}" srcId="{34BCEAA5-F964-4E03-A492-D1CAB0A69BF7}" destId="{D22592D4-7E78-4476-8DD7-CDC9B5CCD7BC}" srcOrd="1" destOrd="0" parTransId="{A846897D-6EEF-4E52-A7A8-2067147C13EC}" sibTransId="{826B890F-06F8-4A09-99AE-246DF4BCF52E}"/>
    <dgm:cxn modelId="{3A950CD3-ED80-4C93-ADDD-9F8FBA3726F9}" type="presOf" srcId="{0C6E9030-6EC0-459E-B74D-7C10440ED0F2}" destId="{BB417018-1603-42AE-83B4-533E7E6B328F}" srcOrd="0" destOrd="0" presId="urn:microsoft.com/office/officeart/2018/2/layout/IconVerticalSolidList"/>
    <dgm:cxn modelId="{40F17FFC-0405-4096-AA43-F84FD535D53E}" type="presParOf" srcId="{C76DE3AF-D8DA-4CEA-8892-7AEC749D1A13}" destId="{A3F757BF-C5FF-45C1-A379-FE84EC3E9088}" srcOrd="0" destOrd="0" presId="urn:microsoft.com/office/officeart/2018/2/layout/IconVerticalSolidList"/>
    <dgm:cxn modelId="{82642A4F-E142-41BA-A932-C57F14839292}" type="presParOf" srcId="{A3F757BF-C5FF-45C1-A379-FE84EC3E9088}" destId="{9BB2E2E3-E442-4B11-91F0-D1D22C93B26E}" srcOrd="0" destOrd="0" presId="urn:microsoft.com/office/officeart/2018/2/layout/IconVerticalSolidList"/>
    <dgm:cxn modelId="{4DC52213-CE73-449B-A95A-C9697BD7B973}" type="presParOf" srcId="{A3F757BF-C5FF-45C1-A379-FE84EC3E9088}" destId="{260136AD-F2EF-443F-8770-81EC208EEE98}" srcOrd="1" destOrd="0" presId="urn:microsoft.com/office/officeart/2018/2/layout/IconVerticalSolidList"/>
    <dgm:cxn modelId="{5DE98FFF-996C-4991-BD1B-9702EBAC3DEC}" type="presParOf" srcId="{A3F757BF-C5FF-45C1-A379-FE84EC3E9088}" destId="{9F7855D0-1E23-436C-AC70-B94262C3D178}" srcOrd="2" destOrd="0" presId="urn:microsoft.com/office/officeart/2018/2/layout/IconVerticalSolidList"/>
    <dgm:cxn modelId="{9669CE79-31A9-4CEC-9C3E-73B9487EEE81}" type="presParOf" srcId="{A3F757BF-C5FF-45C1-A379-FE84EC3E9088}" destId="{EF8F8AD6-AE9C-4EB6-87B5-7813599ED772}" srcOrd="3" destOrd="0" presId="urn:microsoft.com/office/officeart/2018/2/layout/IconVerticalSolidList"/>
    <dgm:cxn modelId="{023B62CF-DC37-4455-81AA-82B29970A2BB}" type="presParOf" srcId="{C76DE3AF-D8DA-4CEA-8892-7AEC749D1A13}" destId="{9242B28A-845D-4C1F-9BB8-5BA9A748AE59}" srcOrd="1" destOrd="0" presId="urn:microsoft.com/office/officeart/2018/2/layout/IconVerticalSolidList"/>
    <dgm:cxn modelId="{2BB44492-76C6-481E-B93D-BD174860BB49}" type="presParOf" srcId="{C76DE3AF-D8DA-4CEA-8892-7AEC749D1A13}" destId="{3657F78D-42F4-4BDC-8D40-5D1EEC2AF685}" srcOrd="2" destOrd="0" presId="urn:microsoft.com/office/officeart/2018/2/layout/IconVerticalSolidList"/>
    <dgm:cxn modelId="{A8A0ADC8-9955-4C3C-9CA5-582965BB0433}" type="presParOf" srcId="{3657F78D-42F4-4BDC-8D40-5D1EEC2AF685}" destId="{CE5D6E75-F217-41BE-9757-C11BB68FBD0A}" srcOrd="0" destOrd="0" presId="urn:microsoft.com/office/officeart/2018/2/layout/IconVerticalSolidList"/>
    <dgm:cxn modelId="{561DE007-46C2-4639-970D-F470A6D50F9C}" type="presParOf" srcId="{3657F78D-42F4-4BDC-8D40-5D1EEC2AF685}" destId="{03E2C0E2-E830-4F73-9FE7-472482AFBAD7}" srcOrd="1" destOrd="0" presId="urn:microsoft.com/office/officeart/2018/2/layout/IconVerticalSolidList"/>
    <dgm:cxn modelId="{5005CAB1-F1FE-49C3-836B-B22E86964B7E}" type="presParOf" srcId="{3657F78D-42F4-4BDC-8D40-5D1EEC2AF685}" destId="{08EE71D9-907A-4C46-B211-CC13A06EC045}" srcOrd="2" destOrd="0" presId="urn:microsoft.com/office/officeart/2018/2/layout/IconVerticalSolidList"/>
    <dgm:cxn modelId="{0D75A0FE-D78D-4C62-B0B2-B65C73E596CA}" type="presParOf" srcId="{3657F78D-42F4-4BDC-8D40-5D1EEC2AF685}" destId="{DCDC843F-D9D5-4656-920A-EF48C932146F}" srcOrd="3" destOrd="0" presId="urn:microsoft.com/office/officeart/2018/2/layout/IconVerticalSolidList"/>
    <dgm:cxn modelId="{8B817686-14E0-45AB-B941-0D3900B345CD}" type="presParOf" srcId="{C76DE3AF-D8DA-4CEA-8892-7AEC749D1A13}" destId="{7D2988E0-E0B4-4A54-B20B-477CC26BA3EF}" srcOrd="3" destOrd="0" presId="urn:microsoft.com/office/officeart/2018/2/layout/IconVerticalSolidList"/>
    <dgm:cxn modelId="{F092891C-4241-46BA-BA0B-40664B31165D}" type="presParOf" srcId="{C76DE3AF-D8DA-4CEA-8892-7AEC749D1A13}" destId="{DCE81253-6121-483C-B050-868038FE3C9B}" srcOrd="4" destOrd="0" presId="urn:microsoft.com/office/officeart/2018/2/layout/IconVerticalSolidList"/>
    <dgm:cxn modelId="{F8491908-904D-4AA4-8B11-290024EF291B}" type="presParOf" srcId="{DCE81253-6121-483C-B050-868038FE3C9B}" destId="{268F31BB-0343-4A9F-9EDD-9109EC80880F}" srcOrd="0" destOrd="0" presId="urn:microsoft.com/office/officeart/2018/2/layout/IconVerticalSolidList"/>
    <dgm:cxn modelId="{C595F8DD-E774-4ADF-9F9A-6CB9C1A9CD90}" type="presParOf" srcId="{DCE81253-6121-483C-B050-868038FE3C9B}" destId="{8D452A58-D457-43B1-B990-B0322385DE4A}" srcOrd="1" destOrd="0" presId="urn:microsoft.com/office/officeart/2018/2/layout/IconVerticalSolidList"/>
    <dgm:cxn modelId="{BEF78E07-37D3-4857-B66E-14F0574214B6}" type="presParOf" srcId="{DCE81253-6121-483C-B050-868038FE3C9B}" destId="{681EFFDF-1E8E-4C4B-8366-91FDBF641DD2}" srcOrd="2" destOrd="0" presId="urn:microsoft.com/office/officeart/2018/2/layout/IconVerticalSolidList"/>
    <dgm:cxn modelId="{74F0614D-B249-432E-92C4-6FCC70A3DA00}" type="presParOf" srcId="{DCE81253-6121-483C-B050-868038FE3C9B}" destId="{BB417018-1603-42AE-83B4-533E7E6B328F}" srcOrd="3" destOrd="0" presId="urn:microsoft.com/office/officeart/2018/2/layout/IconVerticalSolidList"/>
    <dgm:cxn modelId="{B33AD087-4FE4-48F6-96B3-B22CCE02EB94}" type="presParOf" srcId="{C76DE3AF-D8DA-4CEA-8892-7AEC749D1A13}" destId="{5311840D-90E7-48CF-88C0-DCEBF4DF1D49}" srcOrd="5" destOrd="0" presId="urn:microsoft.com/office/officeart/2018/2/layout/IconVerticalSolidList"/>
    <dgm:cxn modelId="{6C3A86D6-7A8B-4D84-B81E-8F87E408B305}" type="presParOf" srcId="{C76DE3AF-D8DA-4CEA-8892-7AEC749D1A13}" destId="{1553B605-C344-4F17-8807-AE1FA50AD38E}" srcOrd="6" destOrd="0" presId="urn:microsoft.com/office/officeart/2018/2/layout/IconVerticalSolidList"/>
    <dgm:cxn modelId="{073C896C-70E8-49A9-B4AE-0DEA9CDD6D55}" type="presParOf" srcId="{1553B605-C344-4F17-8807-AE1FA50AD38E}" destId="{696A7535-6637-4FA4-845E-86A994BBA5AD}" srcOrd="0" destOrd="0" presId="urn:microsoft.com/office/officeart/2018/2/layout/IconVerticalSolidList"/>
    <dgm:cxn modelId="{E4567061-1FAE-48F0-8CAE-5DD9A4EB5A08}" type="presParOf" srcId="{1553B605-C344-4F17-8807-AE1FA50AD38E}" destId="{A7862ECA-37FE-411A-BE41-7D39EF2B15EC}" srcOrd="1" destOrd="0" presId="urn:microsoft.com/office/officeart/2018/2/layout/IconVerticalSolidList"/>
    <dgm:cxn modelId="{1134F101-DFEE-471E-82E3-9C013998F9A3}" type="presParOf" srcId="{1553B605-C344-4F17-8807-AE1FA50AD38E}" destId="{F9773391-8AA8-4F74-BD79-0285F4276A58}" srcOrd="2" destOrd="0" presId="urn:microsoft.com/office/officeart/2018/2/layout/IconVerticalSolidList"/>
    <dgm:cxn modelId="{C68266AC-5B32-4B94-9D86-E436669B6D7B}" type="presParOf" srcId="{1553B605-C344-4F17-8807-AE1FA50AD38E}" destId="{ABC7A5B5-256F-44F4-8E03-122897438D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1086FB-9EC7-474B-B28F-B6BFABD58E99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095C2C-D31D-4EA3-BB18-524898591CF8}">
      <dgm:prSet/>
      <dgm:spPr/>
      <dgm:t>
        <a:bodyPr/>
        <a:lstStyle/>
        <a:p>
          <a:r>
            <a:rPr lang="en-US"/>
            <a:t>Review</a:t>
          </a:r>
        </a:p>
      </dgm:t>
    </dgm:pt>
    <dgm:pt modelId="{2EDE364A-1928-47FA-AE61-FF589C751C55}" type="parTrans" cxnId="{03069E1F-E833-4BCA-868F-04F0651F0E3B}">
      <dgm:prSet/>
      <dgm:spPr/>
      <dgm:t>
        <a:bodyPr/>
        <a:lstStyle/>
        <a:p>
          <a:endParaRPr lang="en-US"/>
        </a:p>
      </dgm:t>
    </dgm:pt>
    <dgm:pt modelId="{2F9FDACA-C8F3-42EA-8898-D081BF12F83E}" type="sibTrans" cxnId="{03069E1F-E833-4BCA-868F-04F0651F0E3B}">
      <dgm:prSet/>
      <dgm:spPr/>
      <dgm:t>
        <a:bodyPr/>
        <a:lstStyle/>
        <a:p>
          <a:endParaRPr lang="en-US"/>
        </a:p>
      </dgm:t>
    </dgm:pt>
    <dgm:pt modelId="{CEA66EEE-0DD6-40E0-B488-61A2C70686FA}">
      <dgm:prSet/>
      <dgm:spPr/>
      <dgm:t>
        <a:bodyPr/>
        <a:lstStyle/>
        <a:p>
          <a:r>
            <a:rPr lang="en-US"/>
            <a:t>Review learning interventions</a:t>
          </a:r>
        </a:p>
      </dgm:t>
    </dgm:pt>
    <dgm:pt modelId="{808930E4-120E-4485-841B-886C7CEF3517}" type="parTrans" cxnId="{030A326D-0F3B-4467-AAEC-2FC03799E45D}">
      <dgm:prSet/>
      <dgm:spPr/>
      <dgm:t>
        <a:bodyPr/>
        <a:lstStyle/>
        <a:p>
          <a:endParaRPr lang="en-US"/>
        </a:p>
      </dgm:t>
    </dgm:pt>
    <dgm:pt modelId="{174A8F4E-3EC9-4F28-9745-057600FE3683}" type="sibTrans" cxnId="{030A326D-0F3B-4467-AAEC-2FC03799E45D}">
      <dgm:prSet/>
      <dgm:spPr/>
      <dgm:t>
        <a:bodyPr/>
        <a:lstStyle/>
        <a:p>
          <a:endParaRPr lang="en-US"/>
        </a:p>
      </dgm:t>
    </dgm:pt>
    <dgm:pt modelId="{C914D101-C2CA-4668-92CD-94082D4642B2}">
      <dgm:prSet/>
      <dgm:spPr/>
      <dgm:t>
        <a:bodyPr/>
        <a:lstStyle/>
        <a:p>
          <a:r>
            <a:rPr lang="en-US"/>
            <a:t>Use</a:t>
          </a:r>
        </a:p>
      </dgm:t>
    </dgm:pt>
    <dgm:pt modelId="{A6C06978-333B-47D1-BF6B-A811210D280A}" type="parTrans" cxnId="{0AFF59E6-D2ED-49FE-80AC-2680CDFE2C91}">
      <dgm:prSet/>
      <dgm:spPr/>
      <dgm:t>
        <a:bodyPr/>
        <a:lstStyle/>
        <a:p>
          <a:endParaRPr lang="en-US"/>
        </a:p>
      </dgm:t>
    </dgm:pt>
    <dgm:pt modelId="{75F9ACF2-3424-46B7-99AD-7B1CE5BE883C}" type="sibTrans" cxnId="{0AFF59E6-D2ED-49FE-80AC-2680CDFE2C91}">
      <dgm:prSet/>
      <dgm:spPr/>
      <dgm:t>
        <a:bodyPr/>
        <a:lstStyle/>
        <a:p>
          <a:endParaRPr lang="en-US"/>
        </a:p>
      </dgm:t>
    </dgm:pt>
    <dgm:pt modelId="{09D3D8A9-DFFC-4E87-A62D-6BAFF3F7CC84}">
      <dgm:prSet/>
      <dgm:spPr/>
      <dgm:t>
        <a:bodyPr/>
        <a:lstStyle/>
        <a:p>
          <a:r>
            <a:rPr lang="en-US"/>
            <a:t>Use assessment and feedback processes</a:t>
          </a:r>
        </a:p>
      </dgm:t>
    </dgm:pt>
    <dgm:pt modelId="{22A94E65-85A4-44C4-8AA2-2612804F33E8}" type="parTrans" cxnId="{953B5A75-16A2-43CE-9446-97880C311661}">
      <dgm:prSet/>
      <dgm:spPr/>
      <dgm:t>
        <a:bodyPr/>
        <a:lstStyle/>
        <a:p>
          <a:endParaRPr lang="en-US"/>
        </a:p>
      </dgm:t>
    </dgm:pt>
    <dgm:pt modelId="{14F4D936-3C0B-4760-BB73-CB9396400131}" type="sibTrans" cxnId="{953B5A75-16A2-43CE-9446-97880C311661}">
      <dgm:prSet/>
      <dgm:spPr/>
      <dgm:t>
        <a:bodyPr/>
        <a:lstStyle/>
        <a:p>
          <a:endParaRPr lang="en-US"/>
        </a:p>
      </dgm:t>
    </dgm:pt>
    <dgm:pt modelId="{548ACE09-98BD-4FE4-962A-1BA22EB86C5B}">
      <dgm:prSet/>
      <dgm:spPr/>
      <dgm:t>
        <a:bodyPr/>
        <a:lstStyle/>
        <a:p>
          <a:r>
            <a:rPr lang="en-US"/>
            <a:t>Apply</a:t>
          </a:r>
        </a:p>
      </dgm:t>
    </dgm:pt>
    <dgm:pt modelId="{0729657C-FF15-414E-8EEE-95B33CD81BD2}" type="parTrans" cxnId="{D5EDC34F-147C-4B9F-AA1D-2F85A239C5BC}">
      <dgm:prSet/>
      <dgm:spPr/>
      <dgm:t>
        <a:bodyPr/>
        <a:lstStyle/>
        <a:p>
          <a:endParaRPr lang="en-US"/>
        </a:p>
      </dgm:t>
    </dgm:pt>
    <dgm:pt modelId="{252B6352-83E0-4421-BFF4-1130E44B288C}" type="sibTrans" cxnId="{D5EDC34F-147C-4B9F-AA1D-2F85A239C5BC}">
      <dgm:prSet/>
      <dgm:spPr/>
      <dgm:t>
        <a:bodyPr/>
        <a:lstStyle/>
        <a:p>
          <a:endParaRPr lang="en-US"/>
        </a:p>
      </dgm:t>
    </dgm:pt>
    <dgm:pt modelId="{0655DD53-CE85-4503-842E-2D1954FFA43E}">
      <dgm:prSet/>
      <dgm:spPr/>
      <dgm:t>
        <a:bodyPr/>
        <a:lstStyle/>
        <a:p>
          <a:r>
            <a:rPr lang="en-US"/>
            <a:t>Apply continuous quality improvement</a:t>
          </a:r>
        </a:p>
      </dgm:t>
    </dgm:pt>
    <dgm:pt modelId="{863B443D-DF8C-4535-A353-A592E3B0CE8B}" type="parTrans" cxnId="{A8F0166E-1366-41F0-AB49-B8D746861F3F}">
      <dgm:prSet/>
      <dgm:spPr/>
      <dgm:t>
        <a:bodyPr/>
        <a:lstStyle/>
        <a:p>
          <a:endParaRPr lang="en-US"/>
        </a:p>
      </dgm:t>
    </dgm:pt>
    <dgm:pt modelId="{243F5EA0-C22D-4DB8-9CF0-0DEEF192D82D}" type="sibTrans" cxnId="{A8F0166E-1366-41F0-AB49-B8D746861F3F}">
      <dgm:prSet/>
      <dgm:spPr/>
      <dgm:t>
        <a:bodyPr/>
        <a:lstStyle/>
        <a:p>
          <a:endParaRPr lang="en-US"/>
        </a:p>
      </dgm:t>
    </dgm:pt>
    <dgm:pt modelId="{22D27506-B01C-4C6C-974F-CFDB943F1F6D}">
      <dgm:prSet/>
      <dgm:spPr/>
      <dgm:t>
        <a:bodyPr/>
        <a:lstStyle/>
        <a:p>
          <a:r>
            <a:rPr lang="en-US"/>
            <a:t>Report on</a:t>
          </a:r>
        </a:p>
      </dgm:t>
    </dgm:pt>
    <dgm:pt modelId="{0451FF46-2E4A-4FD4-A807-B12C532E7C81}" type="parTrans" cxnId="{89319FC1-95FA-4338-8AC9-A94B0611C44E}">
      <dgm:prSet/>
      <dgm:spPr/>
      <dgm:t>
        <a:bodyPr/>
        <a:lstStyle/>
        <a:p>
          <a:endParaRPr lang="en-US"/>
        </a:p>
      </dgm:t>
    </dgm:pt>
    <dgm:pt modelId="{DA9FE64A-E956-404F-BF32-6F6CFD6CA986}" type="sibTrans" cxnId="{89319FC1-95FA-4338-8AC9-A94B0611C44E}">
      <dgm:prSet/>
      <dgm:spPr/>
      <dgm:t>
        <a:bodyPr/>
        <a:lstStyle/>
        <a:p>
          <a:endParaRPr lang="en-US"/>
        </a:p>
      </dgm:t>
    </dgm:pt>
    <dgm:pt modelId="{4CCC921E-A6CC-447E-85B6-8C5E304CB689}">
      <dgm:prSet/>
      <dgm:spPr/>
      <dgm:t>
        <a:bodyPr/>
        <a:lstStyle/>
        <a:p>
          <a:r>
            <a:rPr lang="en-US"/>
            <a:t>Report on learner progress and outcomes</a:t>
          </a:r>
        </a:p>
      </dgm:t>
    </dgm:pt>
    <dgm:pt modelId="{0FE3544E-1C3C-42F5-AC2A-B1536548B902}" type="parTrans" cxnId="{03BAE792-B21E-4651-A6E1-DF93D8AA55DB}">
      <dgm:prSet/>
      <dgm:spPr/>
      <dgm:t>
        <a:bodyPr/>
        <a:lstStyle/>
        <a:p>
          <a:endParaRPr lang="en-US"/>
        </a:p>
      </dgm:t>
    </dgm:pt>
    <dgm:pt modelId="{946919A0-748B-4941-9101-73421F588673}" type="sibTrans" cxnId="{03BAE792-B21E-4651-A6E1-DF93D8AA55DB}">
      <dgm:prSet/>
      <dgm:spPr/>
      <dgm:t>
        <a:bodyPr/>
        <a:lstStyle/>
        <a:p>
          <a:endParaRPr lang="en-US"/>
        </a:p>
      </dgm:t>
    </dgm:pt>
    <dgm:pt modelId="{98C79CB3-1103-477C-ADA0-AFDB12C9058A}" type="pres">
      <dgm:prSet presAssocID="{671086FB-9EC7-474B-B28F-B6BFABD58E99}" presName="Name0" presStyleCnt="0">
        <dgm:presLayoutVars>
          <dgm:dir/>
          <dgm:animLvl val="lvl"/>
          <dgm:resizeHandles val="exact"/>
        </dgm:presLayoutVars>
      </dgm:prSet>
      <dgm:spPr/>
    </dgm:pt>
    <dgm:pt modelId="{26E47805-E1E0-4392-BEF6-40F48E714FAF}" type="pres">
      <dgm:prSet presAssocID="{B6095C2C-D31D-4EA3-BB18-524898591CF8}" presName="linNode" presStyleCnt="0"/>
      <dgm:spPr/>
    </dgm:pt>
    <dgm:pt modelId="{22F3CFA2-8397-4F44-90FF-74EA46D5566D}" type="pres">
      <dgm:prSet presAssocID="{B6095C2C-D31D-4EA3-BB18-524898591CF8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33F35F7F-FAE2-41DA-A6FA-AD6DDC82614D}" type="pres">
      <dgm:prSet presAssocID="{B6095C2C-D31D-4EA3-BB18-524898591CF8}" presName="descendantText" presStyleLbl="alignNode1" presStyleIdx="0" presStyleCnt="4">
        <dgm:presLayoutVars>
          <dgm:bulletEnabled/>
        </dgm:presLayoutVars>
      </dgm:prSet>
      <dgm:spPr/>
    </dgm:pt>
    <dgm:pt modelId="{3C4AEB06-DFFE-4221-BE96-9D96E3CAE744}" type="pres">
      <dgm:prSet presAssocID="{2F9FDACA-C8F3-42EA-8898-D081BF12F83E}" presName="sp" presStyleCnt="0"/>
      <dgm:spPr/>
    </dgm:pt>
    <dgm:pt modelId="{21885A77-D699-48D5-BCFC-A579AA3EFB77}" type="pres">
      <dgm:prSet presAssocID="{C914D101-C2CA-4668-92CD-94082D4642B2}" presName="linNode" presStyleCnt="0"/>
      <dgm:spPr/>
    </dgm:pt>
    <dgm:pt modelId="{1976462A-CF11-4E75-A4E4-E0D8862D7DB7}" type="pres">
      <dgm:prSet presAssocID="{C914D101-C2CA-4668-92CD-94082D4642B2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0ADE90D1-8B57-455B-AD35-FA42384CB6C5}" type="pres">
      <dgm:prSet presAssocID="{C914D101-C2CA-4668-92CD-94082D4642B2}" presName="descendantText" presStyleLbl="alignNode1" presStyleIdx="1" presStyleCnt="4">
        <dgm:presLayoutVars>
          <dgm:bulletEnabled/>
        </dgm:presLayoutVars>
      </dgm:prSet>
      <dgm:spPr/>
    </dgm:pt>
    <dgm:pt modelId="{8547449E-3291-4A94-85EA-C3A73AE09BE9}" type="pres">
      <dgm:prSet presAssocID="{75F9ACF2-3424-46B7-99AD-7B1CE5BE883C}" presName="sp" presStyleCnt="0"/>
      <dgm:spPr/>
    </dgm:pt>
    <dgm:pt modelId="{5D566E10-E3A4-4D6A-8331-0B2E4C419F31}" type="pres">
      <dgm:prSet presAssocID="{548ACE09-98BD-4FE4-962A-1BA22EB86C5B}" presName="linNode" presStyleCnt="0"/>
      <dgm:spPr/>
    </dgm:pt>
    <dgm:pt modelId="{E5526CDC-7CA3-40A3-996C-1417E3EA997C}" type="pres">
      <dgm:prSet presAssocID="{548ACE09-98BD-4FE4-962A-1BA22EB86C5B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56FD3F0D-C2CB-4641-80E3-67B871E3D6F7}" type="pres">
      <dgm:prSet presAssocID="{548ACE09-98BD-4FE4-962A-1BA22EB86C5B}" presName="descendantText" presStyleLbl="alignNode1" presStyleIdx="2" presStyleCnt="4">
        <dgm:presLayoutVars>
          <dgm:bulletEnabled/>
        </dgm:presLayoutVars>
      </dgm:prSet>
      <dgm:spPr/>
    </dgm:pt>
    <dgm:pt modelId="{14C34B0F-D595-45DE-844E-FA0EF4F13A11}" type="pres">
      <dgm:prSet presAssocID="{252B6352-83E0-4421-BFF4-1130E44B288C}" presName="sp" presStyleCnt="0"/>
      <dgm:spPr/>
    </dgm:pt>
    <dgm:pt modelId="{821F8A57-53EB-4EF2-A4BB-6942F41EF3DF}" type="pres">
      <dgm:prSet presAssocID="{22D27506-B01C-4C6C-974F-CFDB943F1F6D}" presName="linNode" presStyleCnt="0"/>
      <dgm:spPr/>
    </dgm:pt>
    <dgm:pt modelId="{17817600-0982-4ACE-9F14-4A3DF770A33D}" type="pres">
      <dgm:prSet presAssocID="{22D27506-B01C-4C6C-974F-CFDB943F1F6D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0FC7BBF1-FAE8-4FFB-9EEC-891516C32202}" type="pres">
      <dgm:prSet presAssocID="{22D27506-B01C-4C6C-974F-CFDB943F1F6D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EF389A14-659E-4C3F-9BDA-D57B2248A69C}" type="presOf" srcId="{CEA66EEE-0DD6-40E0-B488-61A2C70686FA}" destId="{33F35F7F-FAE2-41DA-A6FA-AD6DDC82614D}" srcOrd="0" destOrd="0" presId="urn:microsoft.com/office/officeart/2016/7/layout/VerticalHollowActionList"/>
    <dgm:cxn modelId="{75FFBC1B-2C78-413F-BFE3-9180C78D095B}" type="presOf" srcId="{C914D101-C2CA-4668-92CD-94082D4642B2}" destId="{1976462A-CF11-4E75-A4E4-E0D8862D7DB7}" srcOrd="0" destOrd="0" presId="urn:microsoft.com/office/officeart/2016/7/layout/VerticalHollowActionList"/>
    <dgm:cxn modelId="{03069E1F-E833-4BCA-868F-04F0651F0E3B}" srcId="{671086FB-9EC7-474B-B28F-B6BFABD58E99}" destId="{B6095C2C-D31D-4EA3-BB18-524898591CF8}" srcOrd="0" destOrd="0" parTransId="{2EDE364A-1928-47FA-AE61-FF589C751C55}" sibTransId="{2F9FDACA-C8F3-42EA-8898-D081BF12F83E}"/>
    <dgm:cxn modelId="{E2258828-4CDC-4016-8CEC-3AE49A2FD8E9}" type="presOf" srcId="{671086FB-9EC7-474B-B28F-B6BFABD58E99}" destId="{98C79CB3-1103-477C-ADA0-AFDB12C9058A}" srcOrd="0" destOrd="0" presId="urn:microsoft.com/office/officeart/2016/7/layout/VerticalHollowActionList"/>
    <dgm:cxn modelId="{14890A61-4C04-48A6-AEC0-28269635944E}" type="presOf" srcId="{09D3D8A9-DFFC-4E87-A62D-6BAFF3F7CC84}" destId="{0ADE90D1-8B57-455B-AD35-FA42384CB6C5}" srcOrd="0" destOrd="0" presId="urn:microsoft.com/office/officeart/2016/7/layout/VerticalHollowActionList"/>
    <dgm:cxn modelId="{48C83644-39A8-4DBB-A783-4DE67C52B79A}" type="presOf" srcId="{548ACE09-98BD-4FE4-962A-1BA22EB86C5B}" destId="{E5526CDC-7CA3-40A3-996C-1417E3EA997C}" srcOrd="0" destOrd="0" presId="urn:microsoft.com/office/officeart/2016/7/layout/VerticalHollowActionList"/>
    <dgm:cxn modelId="{59D83968-A104-4572-B760-8E863E4F0B13}" type="presOf" srcId="{B6095C2C-D31D-4EA3-BB18-524898591CF8}" destId="{22F3CFA2-8397-4F44-90FF-74EA46D5566D}" srcOrd="0" destOrd="0" presId="urn:microsoft.com/office/officeart/2016/7/layout/VerticalHollowActionList"/>
    <dgm:cxn modelId="{030A326D-0F3B-4467-AAEC-2FC03799E45D}" srcId="{B6095C2C-D31D-4EA3-BB18-524898591CF8}" destId="{CEA66EEE-0DD6-40E0-B488-61A2C70686FA}" srcOrd="0" destOrd="0" parTransId="{808930E4-120E-4485-841B-886C7CEF3517}" sibTransId="{174A8F4E-3EC9-4F28-9745-057600FE3683}"/>
    <dgm:cxn modelId="{A8F0166E-1366-41F0-AB49-B8D746861F3F}" srcId="{548ACE09-98BD-4FE4-962A-1BA22EB86C5B}" destId="{0655DD53-CE85-4503-842E-2D1954FFA43E}" srcOrd="0" destOrd="0" parTransId="{863B443D-DF8C-4535-A353-A592E3B0CE8B}" sibTransId="{243F5EA0-C22D-4DB8-9CF0-0DEEF192D82D}"/>
    <dgm:cxn modelId="{D5EDC34F-147C-4B9F-AA1D-2F85A239C5BC}" srcId="{671086FB-9EC7-474B-B28F-B6BFABD58E99}" destId="{548ACE09-98BD-4FE4-962A-1BA22EB86C5B}" srcOrd="2" destOrd="0" parTransId="{0729657C-FF15-414E-8EEE-95B33CD81BD2}" sibTransId="{252B6352-83E0-4421-BFF4-1130E44B288C}"/>
    <dgm:cxn modelId="{953B5A75-16A2-43CE-9446-97880C311661}" srcId="{C914D101-C2CA-4668-92CD-94082D4642B2}" destId="{09D3D8A9-DFFC-4E87-A62D-6BAFF3F7CC84}" srcOrd="0" destOrd="0" parTransId="{22A94E65-85A4-44C4-8AA2-2612804F33E8}" sibTransId="{14F4D936-3C0B-4760-BB73-CB9396400131}"/>
    <dgm:cxn modelId="{03BAE792-B21E-4651-A6E1-DF93D8AA55DB}" srcId="{22D27506-B01C-4C6C-974F-CFDB943F1F6D}" destId="{4CCC921E-A6CC-447E-85B6-8C5E304CB689}" srcOrd="0" destOrd="0" parTransId="{0FE3544E-1C3C-42F5-AC2A-B1536548B902}" sibTransId="{946919A0-748B-4941-9101-73421F588673}"/>
    <dgm:cxn modelId="{DFEE37AB-FDA7-4781-B12A-F3E5512CE71D}" type="presOf" srcId="{0655DD53-CE85-4503-842E-2D1954FFA43E}" destId="{56FD3F0D-C2CB-4641-80E3-67B871E3D6F7}" srcOrd="0" destOrd="0" presId="urn:microsoft.com/office/officeart/2016/7/layout/VerticalHollowActionList"/>
    <dgm:cxn modelId="{D1A3B5BA-EC05-4AE1-93FE-868FFB8A9E7C}" type="presOf" srcId="{22D27506-B01C-4C6C-974F-CFDB943F1F6D}" destId="{17817600-0982-4ACE-9F14-4A3DF770A33D}" srcOrd="0" destOrd="0" presId="urn:microsoft.com/office/officeart/2016/7/layout/VerticalHollowActionList"/>
    <dgm:cxn modelId="{89319FC1-95FA-4338-8AC9-A94B0611C44E}" srcId="{671086FB-9EC7-474B-B28F-B6BFABD58E99}" destId="{22D27506-B01C-4C6C-974F-CFDB943F1F6D}" srcOrd="3" destOrd="0" parTransId="{0451FF46-2E4A-4FD4-A807-B12C532E7C81}" sibTransId="{DA9FE64A-E956-404F-BF32-6F6CFD6CA986}"/>
    <dgm:cxn modelId="{1DCB22D5-801E-4474-AAA3-A70B0DCA133F}" type="presOf" srcId="{4CCC921E-A6CC-447E-85B6-8C5E304CB689}" destId="{0FC7BBF1-FAE8-4FFB-9EEC-891516C32202}" srcOrd="0" destOrd="0" presId="urn:microsoft.com/office/officeart/2016/7/layout/VerticalHollowActionList"/>
    <dgm:cxn modelId="{0AFF59E6-D2ED-49FE-80AC-2680CDFE2C91}" srcId="{671086FB-9EC7-474B-B28F-B6BFABD58E99}" destId="{C914D101-C2CA-4668-92CD-94082D4642B2}" srcOrd="1" destOrd="0" parTransId="{A6C06978-333B-47D1-BF6B-A811210D280A}" sibTransId="{75F9ACF2-3424-46B7-99AD-7B1CE5BE883C}"/>
    <dgm:cxn modelId="{40FED238-BB15-4280-969E-3D212B2454AC}" type="presParOf" srcId="{98C79CB3-1103-477C-ADA0-AFDB12C9058A}" destId="{26E47805-E1E0-4392-BEF6-40F48E714FAF}" srcOrd="0" destOrd="0" presId="urn:microsoft.com/office/officeart/2016/7/layout/VerticalHollowActionList"/>
    <dgm:cxn modelId="{BFB2216D-BDE1-4F90-89AF-14600D0D552E}" type="presParOf" srcId="{26E47805-E1E0-4392-BEF6-40F48E714FAF}" destId="{22F3CFA2-8397-4F44-90FF-74EA46D5566D}" srcOrd="0" destOrd="0" presId="urn:microsoft.com/office/officeart/2016/7/layout/VerticalHollowActionList"/>
    <dgm:cxn modelId="{C39EFC1F-E272-47BA-818D-E1C9D017521A}" type="presParOf" srcId="{26E47805-E1E0-4392-BEF6-40F48E714FAF}" destId="{33F35F7F-FAE2-41DA-A6FA-AD6DDC82614D}" srcOrd="1" destOrd="0" presId="urn:microsoft.com/office/officeart/2016/7/layout/VerticalHollowActionList"/>
    <dgm:cxn modelId="{36537914-8089-4D4A-9AA0-931EBE6C479E}" type="presParOf" srcId="{98C79CB3-1103-477C-ADA0-AFDB12C9058A}" destId="{3C4AEB06-DFFE-4221-BE96-9D96E3CAE744}" srcOrd="1" destOrd="0" presId="urn:microsoft.com/office/officeart/2016/7/layout/VerticalHollowActionList"/>
    <dgm:cxn modelId="{89C856F3-8C48-455E-BE51-6E884DDD4B17}" type="presParOf" srcId="{98C79CB3-1103-477C-ADA0-AFDB12C9058A}" destId="{21885A77-D699-48D5-BCFC-A579AA3EFB77}" srcOrd="2" destOrd="0" presId="urn:microsoft.com/office/officeart/2016/7/layout/VerticalHollowActionList"/>
    <dgm:cxn modelId="{356A014F-A17F-435E-8A6B-CF0F099B5629}" type="presParOf" srcId="{21885A77-D699-48D5-BCFC-A579AA3EFB77}" destId="{1976462A-CF11-4E75-A4E4-E0D8862D7DB7}" srcOrd="0" destOrd="0" presId="urn:microsoft.com/office/officeart/2016/7/layout/VerticalHollowActionList"/>
    <dgm:cxn modelId="{F370C7B6-22E7-479C-80F3-3C73FE9350F3}" type="presParOf" srcId="{21885A77-D699-48D5-BCFC-A579AA3EFB77}" destId="{0ADE90D1-8B57-455B-AD35-FA42384CB6C5}" srcOrd="1" destOrd="0" presId="urn:microsoft.com/office/officeart/2016/7/layout/VerticalHollowActionList"/>
    <dgm:cxn modelId="{E59FDE1B-D08C-4ED0-AF80-0B6721B890D4}" type="presParOf" srcId="{98C79CB3-1103-477C-ADA0-AFDB12C9058A}" destId="{8547449E-3291-4A94-85EA-C3A73AE09BE9}" srcOrd="3" destOrd="0" presId="urn:microsoft.com/office/officeart/2016/7/layout/VerticalHollowActionList"/>
    <dgm:cxn modelId="{8116BB66-0741-407E-9150-3A3C2BD29BEC}" type="presParOf" srcId="{98C79CB3-1103-477C-ADA0-AFDB12C9058A}" destId="{5D566E10-E3A4-4D6A-8331-0B2E4C419F31}" srcOrd="4" destOrd="0" presId="urn:microsoft.com/office/officeart/2016/7/layout/VerticalHollowActionList"/>
    <dgm:cxn modelId="{99E87513-E1F5-4D8D-B727-805D372BADBF}" type="presParOf" srcId="{5D566E10-E3A4-4D6A-8331-0B2E4C419F31}" destId="{E5526CDC-7CA3-40A3-996C-1417E3EA997C}" srcOrd="0" destOrd="0" presId="urn:microsoft.com/office/officeart/2016/7/layout/VerticalHollowActionList"/>
    <dgm:cxn modelId="{860D9CF4-90E5-4F8D-9871-C84F0F8922FA}" type="presParOf" srcId="{5D566E10-E3A4-4D6A-8331-0B2E4C419F31}" destId="{56FD3F0D-C2CB-4641-80E3-67B871E3D6F7}" srcOrd="1" destOrd="0" presId="urn:microsoft.com/office/officeart/2016/7/layout/VerticalHollowActionList"/>
    <dgm:cxn modelId="{EEF93801-0146-4AE4-9315-D46454C057B5}" type="presParOf" srcId="{98C79CB3-1103-477C-ADA0-AFDB12C9058A}" destId="{14C34B0F-D595-45DE-844E-FA0EF4F13A11}" srcOrd="5" destOrd="0" presId="urn:microsoft.com/office/officeart/2016/7/layout/VerticalHollowActionList"/>
    <dgm:cxn modelId="{1B01E148-5FCB-4394-A2F0-6757EF206933}" type="presParOf" srcId="{98C79CB3-1103-477C-ADA0-AFDB12C9058A}" destId="{821F8A57-53EB-4EF2-A4BB-6942F41EF3DF}" srcOrd="6" destOrd="0" presId="urn:microsoft.com/office/officeart/2016/7/layout/VerticalHollowActionList"/>
    <dgm:cxn modelId="{610A4660-0F98-48CF-B63F-CC53FE096672}" type="presParOf" srcId="{821F8A57-53EB-4EF2-A4BB-6942F41EF3DF}" destId="{17817600-0982-4ACE-9F14-4A3DF770A33D}" srcOrd="0" destOrd="0" presId="urn:microsoft.com/office/officeart/2016/7/layout/VerticalHollowActionList"/>
    <dgm:cxn modelId="{EE8559DD-1A8C-4614-A737-8C70C76C96D9}" type="presParOf" srcId="{821F8A57-53EB-4EF2-A4BB-6942F41EF3DF}" destId="{0FC7BBF1-FAE8-4FFB-9EEC-891516C32202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B5B68B-47FF-4D51-AAC6-3026E7D855A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08170F-3AAE-4904-A6E0-F13D73D389D1}">
      <dgm:prSet/>
      <dgm:spPr/>
      <dgm:t>
        <a:bodyPr/>
        <a:lstStyle/>
        <a:p>
          <a:pPr>
            <a:defRPr cap="all"/>
          </a:pPr>
          <a:r>
            <a:rPr lang="en-US"/>
            <a:t>Plan learning interventions</a:t>
          </a:r>
        </a:p>
      </dgm:t>
    </dgm:pt>
    <dgm:pt modelId="{1E1EE6D6-E460-4446-842A-944FD4A9F361}" type="parTrans" cxnId="{3C919909-584F-4651-A554-479A08210138}">
      <dgm:prSet/>
      <dgm:spPr/>
      <dgm:t>
        <a:bodyPr/>
        <a:lstStyle/>
        <a:p>
          <a:endParaRPr lang="en-US"/>
        </a:p>
      </dgm:t>
    </dgm:pt>
    <dgm:pt modelId="{751C74B6-D508-4452-ACD0-D72C5B32642E}" type="sibTrans" cxnId="{3C919909-584F-4651-A554-479A08210138}">
      <dgm:prSet/>
      <dgm:spPr/>
      <dgm:t>
        <a:bodyPr/>
        <a:lstStyle/>
        <a:p>
          <a:endParaRPr lang="en-US"/>
        </a:p>
      </dgm:t>
    </dgm:pt>
    <dgm:pt modelId="{CE656508-E327-46AB-815B-0222EF6852A6}">
      <dgm:prSet/>
      <dgm:spPr/>
      <dgm:t>
        <a:bodyPr/>
        <a:lstStyle/>
        <a:p>
          <a:pPr>
            <a:defRPr cap="all"/>
          </a:pPr>
          <a:r>
            <a:rPr lang="en-US"/>
            <a:t>Implement and monitor delivery</a:t>
          </a:r>
        </a:p>
      </dgm:t>
    </dgm:pt>
    <dgm:pt modelId="{8A903129-70FF-4A86-946B-5EB8A1051D8B}" type="parTrans" cxnId="{DDEA872F-8752-49E9-8EB5-7117E6158D91}">
      <dgm:prSet/>
      <dgm:spPr/>
      <dgm:t>
        <a:bodyPr/>
        <a:lstStyle/>
        <a:p>
          <a:endParaRPr lang="en-US"/>
        </a:p>
      </dgm:t>
    </dgm:pt>
    <dgm:pt modelId="{632A1364-826A-4558-9B32-3AA8B26213C1}" type="sibTrans" cxnId="{DDEA872F-8752-49E9-8EB5-7117E6158D91}">
      <dgm:prSet/>
      <dgm:spPr/>
      <dgm:t>
        <a:bodyPr/>
        <a:lstStyle/>
        <a:p>
          <a:endParaRPr lang="en-US"/>
        </a:p>
      </dgm:t>
    </dgm:pt>
    <dgm:pt modelId="{D563672F-FD45-4512-979A-C68071979BF2}">
      <dgm:prSet/>
      <dgm:spPr/>
      <dgm:t>
        <a:bodyPr/>
        <a:lstStyle/>
        <a:p>
          <a:pPr>
            <a:defRPr cap="all"/>
          </a:pPr>
          <a:r>
            <a:rPr lang="en-US"/>
            <a:t>Review outcomes and feedback</a:t>
          </a:r>
        </a:p>
      </dgm:t>
    </dgm:pt>
    <dgm:pt modelId="{CC86F6D9-98FD-4785-B51F-01DC81387B8B}" type="parTrans" cxnId="{7F899BC3-CCD7-4BAA-B62A-5B0B5D6D6648}">
      <dgm:prSet/>
      <dgm:spPr/>
      <dgm:t>
        <a:bodyPr/>
        <a:lstStyle/>
        <a:p>
          <a:endParaRPr lang="en-US"/>
        </a:p>
      </dgm:t>
    </dgm:pt>
    <dgm:pt modelId="{1A312540-55D2-45AC-A69C-191D8C3A50C5}" type="sibTrans" cxnId="{7F899BC3-CCD7-4BAA-B62A-5B0B5D6D6648}">
      <dgm:prSet/>
      <dgm:spPr/>
      <dgm:t>
        <a:bodyPr/>
        <a:lstStyle/>
        <a:p>
          <a:endParaRPr lang="en-US"/>
        </a:p>
      </dgm:t>
    </dgm:pt>
    <dgm:pt modelId="{AC8901C8-D5A8-4E96-9C23-8A09277C574A}">
      <dgm:prSet/>
      <dgm:spPr/>
      <dgm:t>
        <a:bodyPr/>
        <a:lstStyle/>
        <a:p>
          <a:pPr>
            <a:defRPr cap="all"/>
          </a:pPr>
          <a:r>
            <a:rPr lang="en-US"/>
            <a:t>Improve facilitation practices continuously</a:t>
          </a:r>
        </a:p>
      </dgm:t>
    </dgm:pt>
    <dgm:pt modelId="{82CF3E63-79DE-4102-92B6-5EBEAD641C81}" type="parTrans" cxnId="{5F2283BF-256C-41B3-BD8F-0AE68E5B9C11}">
      <dgm:prSet/>
      <dgm:spPr/>
      <dgm:t>
        <a:bodyPr/>
        <a:lstStyle/>
        <a:p>
          <a:endParaRPr lang="en-US"/>
        </a:p>
      </dgm:t>
    </dgm:pt>
    <dgm:pt modelId="{747C91BC-0E98-4757-8C5F-B82E29B2270D}" type="sibTrans" cxnId="{5F2283BF-256C-41B3-BD8F-0AE68E5B9C11}">
      <dgm:prSet/>
      <dgm:spPr/>
      <dgm:t>
        <a:bodyPr/>
        <a:lstStyle/>
        <a:p>
          <a:endParaRPr lang="en-US"/>
        </a:p>
      </dgm:t>
    </dgm:pt>
    <dgm:pt modelId="{781321FF-D8D3-4093-A78E-C1727646219C}" type="pres">
      <dgm:prSet presAssocID="{74B5B68B-47FF-4D51-AAC6-3026E7D855A0}" presName="root" presStyleCnt="0">
        <dgm:presLayoutVars>
          <dgm:dir/>
          <dgm:resizeHandles val="exact"/>
        </dgm:presLayoutVars>
      </dgm:prSet>
      <dgm:spPr/>
    </dgm:pt>
    <dgm:pt modelId="{DE56C79C-E2E1-4C2A-A77A-8D3D65ACFDFC}" type="pres">
      <dgm:prSet presAssocID="{BF08170F-3AAE-4904-A6E0-F13D73D389D1}" presName="compNode" presStyleCnt="0"/>
      <dgm:spPr/>
    </dgm:pt>
    <dgm:pt modelId="{E0B46F56-80E7-4BBD-B0DF-CCCB3DFAC6BB}" type="pres">
      <dgm:prSet presAssocID="{BF08170F-3AAE-4904-A6E0-F13D73D389D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7A406D0-961F-422A-A143-782D9ECFB0E3}" type="pres">
      <dgm:prSet presAssocID="{BF08170F-3AAE-4904-A6E0-F13D73D389D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770A49B-B03E-472B-8E69-7A6C1366CF6E}" type="pres">
      <dgm:prSet presAssocID="{BF08170F-3AAE-4904-A6E0-F13D73D389D1}" presName="spaceRect" presStyleCnt="0"/>
      <dgm:spPr/>
    </dgm:pt>
    <dgm:pt modelId="{5662A336-7BA6-42DD-ADA6-695AAB2716F4}" type="pres">
      <dgm:prSet presAssocID="{BF08170F-3AAE-4904-A6E0-F13D73D389D1}" presName="textRect" presStyleLbl="revTx" presStyleIdx="0" presStyleCnt="4">
        <dgm:presLayoutVars>
          <dgm:chMax val="1"/>
          <dgm:chPref val="1"/>
        </dgm:presLayoutVars>
      </dgm:prSet>
      <dgm:spPr/>
    </dgm:pt>
    <dgm:pt modelId="{FBA57011-9706-4765-A4CB-F60C4BA54E88}" type="pres">
      <dgm:prSet presAssocID="{751C74B6-D508-4452-ACD0-D72C5B32642E}" presName="sibTrans" presStyleCnt="0"/>
      <dgm:spPr/>
    </dgm:pt>
    <dgm:pt modelId="{5FF1394D-19A4-43F0-81B8-785C02841472}" type="pres">
      <dgm:prSet presAssocID="{CE656508-E327-46AB-815B-0222EF6852A6}" presName="compNode" presStyleCnt="0"/>
      <dgm:spPr/>
    </dgm:pt>
    <dgm:pt modelId="{EBA96FC8-6C4B-49FF-85B0-03CE2B5BE106}" type="pres">
      <dgm:prSet presAssocID="{CE656508-E327-46AB-815B-0222EF6852A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7E1E073-D061-46E8-97BF-AEA818704A99}" type="pres">
      <dgm:prSet presAssocID="{CE656508-E327-46AB-815B-0222EF6852A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E1943ECE-7F17-44C0-BB9E-E06F2FBD8036}" type="pres">
      <dgm:prSet presAssocID="{CE656508-E327-46AB-815B-0222EF6852A6}" presName="spaceRect" presStyleCnt="0"/>
      <dgm:spPr/>
    </dgm:pt>
    <dgm:pt modelId="{814B1461-DB35-4352-805D-833A65F26640}" type="pres">
      <dgm:prSet presAssocID="{CE656508-E327-46AB-815B-0222EF6852A6}" presName="textRect" presStyleLbl="revTx" presStyleIdx="1" presStyleCnt="4">
        <dgm:presLayoutVars>
          <dgm:chMax val="1"/>
          <dgm:chPref val="1"/>
        </dgm:presLayoutVars>
      </dgm:prSet>
      <dgm:spPr/>
    </dgm:pt>
    <dgm:pt modelId="{00A4CC31-7DBB-4676-8249-E6CD419FC9AA}" type="pres">
      <dgm:prSet presAssocID="{632A1364-826A-4558-9B32-3AA8B26213C1}" presName="sibTrans" presStyleCnt="0"/>
      <dgm:spPr/>
    </dgm:pt>
    <dgm:pt modelId="{233C1384-3A4A-4A5C-B6D8-FC338D3D0935}" type="pres">
      <dgm:prSet presAssocID="{D563672F-FD45-4512-979A-C68071979BF2}" presName="compNode" presStyleCnt="0"/>
      <dgm:spPr/>
    </dgm:pt>
    <dgm:pt modelId="{09BD7402-DF02-4191-90BE-1BD9A8BE17C5}" type="pres">
      <dgm:prSet presAssocID="{D563672F-FD45-4512-979A-C68071979BF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0BFC092-103A-4513-919F-7CB35E7E83EA}" type="pres">
      <dgm:prSet presAssocID="{D563672F-FD45-4512-979A-C68071979B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2FCB43B-A9AF-4225-8284-5FF25B8E26EE}" type="pres">
      <dgm:prSet presAssocID="{D563672F-FD45-4512-979A-C68071979BF2}" presName="spaceRect" presStyleCnt="0"/>
      <dgm:spPr/>
    </dgm:pt>
    <dgm:pt modelId="{D1402B32-DC0B-4548-AD44-DEFCA773DF9F}" type="pres">
      <dgm:prSet presAssocID="{D563672F-FD45-4512-979A-C68071979BF2}" presName="textRect" presStyleLbl="revTx" presStyleIdx="2" presStyleCnt="4">
        <dgm:presLayoutVars>
          <dgm:chMax val="1"/>
          <dgm:chPref val="1"/>
        </dgm:presLayoutVars>
      </dgm:prSet>
      <dgm:spPr/>
    </dgm:pt>
    <dgm:pt modelId="{2C7319BB-741D-4778-832D-9699AC2B1C40}" type="pres">
      <dgm:prSet presAssocID="{1A312540-55D2-45AC-A69C-191D8C3A50C5}" presName="sibTrans" presStyleCnt="0"/>
      <dgm:spPr/>
    </dgm:pt>
    <dgm:pt modelId="{B2468667-B92C-467F-9A05-ACB71E36DDAE}" type="pres">
      <dgm:prSet presAssocID="{AC8901C8-D5A8-4E96-9C23-8A09277C574A}" presName="compNode" presStyleCnt="0"/>
      <dgm:spPr/>
    </dgm:pt>
    <dgm:pt modelId="{85D5538D-B25B-42D7-A776-92B3688A9F4B}" type="pres">
      <dgm:prSet presAssocID="{AC8901C8-D5A8-4E96-9C23-8A09277C574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B2030A8-1689-426A-A112-EAB864AFC348}" type="pres">
      <dgm:prSet presAssocID="{AC8901C8-D5A8-4E96-9C23-8A09277C574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495275B-E795-44E8-BB9A-F4311160292A}" type="pres">
      <dgm:prSet presAssocID="{AC8901C8-D5A8-4E96-9C23-8A09277C574A}" presName="spaceRect" presStyleCnt="0"/>
      <dgm:spPr/>
    </dgm:pt>
    <dgm:pt modelId="{6E837FB6-2032-4634-8A22-B37A7CE01DE6}" type="pres">
      <dgm:prSet presAssocID="{AC8901C8-D5A8-4E96-9C23-8A09277C57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C919909-584F-4651-A554-479A08210138}" srcId="{74B5B68B-47FF-4D51-AAC6-3026E7D855A0}" destId="{BF08170F-3AAE-4904-A6E0-F13D73D389D1}" srcOrd="0" destOrd="0" parTransId="{1E1EE6D6-E460-4446-842A-944FD4A9F361}" sibTransId="{751C74B6-D508-4452-ACD0-D72C5B32642E}"/>
    <dgm:cxn modelId="{78730E2E-4465-47FD-9914-91318A92D5EC}" type="presOf" srcId="{D563672F-FD45-4512-979A-C68071979BF2}" destId="{D1402B32-DC0B-4548-AD44-DEFCA773DF9F}" srcOrd="0" destOrd="0" presId="urn:microsoft.com/office/officeart/2018/5/layout/IconLeafLabelList"/>
    <dgm:cxn modelId="{DDEA872F-8752-49E9-8EB5-7117E6158D91}" srcId="{74B5B68B-47FF-4D51-AAC6-3026E7D855A0}" destId="{CE656508-E327-46AB-815B-0222EF6852A6}" srcOrd="1" destOrd="0" parTransId="{8A903129-70FF-4A86-946B-5EB8A1051D8B}" sibTransId="{632A1364-826A-4558-9B32-3AA8B26213C1}"/>
    <dgm:cxn modelId="{42158235-CCF1-491F-A40D-FD47344212DB}" type="presOf" srcId="{BF08170F-3AAE-4904-A6E0-F13D73D389D1}" destId="{5662A336-7BA6-42DD-ADA6-695AAB2716F4}" srcOrd="0" destOrd="0" presId="urn:microsoft.com/office/officeart/2018/5/layout/IconLeafLabelList"/>
    <dgm:cxn modelId="{1804365B-C3A9-469C-903E-2B06F8370311}" type="presOf" srcId="{CE656508-E327-46AB-815B-0222EF6852A6}" destId="{814B1461-DB35-4352-805D-833A65F26640}" srcOrd="0" destOrd="0" presId="urn:microsoft.com/office/officeart/2018/5/layout/IconLeafLabelList"/>
    <dgm:cxn modelId="{8B1B2A49-88BA-46DB-B469-FCD72C8D3692}" type="presOf" srcId="{AC8901C8-D5A8-4E96-9C23-8A09277C574A}" destId="{6E837FB6-2032-4634-8A22-B37A7CE01DE6}" srcOrd="0" destOrd="0" presId="urn:microsoft.com/office/officeart/2018/5/layout/IconLeafLabelList"/>
    <dgm:cxn modelId="{5F2283BF-256C-41B3-BD8F-0AE68E5B9C11}" srcId="{74B5B68B-47FF-4D51-AAC6-3026E7D855A0}" destId="{AC8901C8-D5A8-4E96-9C23-8A09277C574A}" srcOrd="3" destOrd="0" parTransId="{82CF3E63-79DE-4102-92B6-5EBEAD641C81}" sibTransId="{747C91BC-0E98-4757-8C5F-B82E29B2270D}"/>
    <dgm:cxn modelId="{7F899BC3-CCD7-4BAA-B62A-5B0B5D6D6648}" srcId="{74B5B68B-47FF-4D51-AAC6-3026E7D855A0}" destId="{D563672F-FD45-4512-979A-C68071979BF2}" srcOrd="2" destOrd="0" parTransId="{CC86F6D9-98FD-4785-B51F-01DC81387B8B}" sibTransId="{1A312540-55D2-45AC-A69C-191D8C3A50C5}"/>
    <dgm:cxn modelId="{CB8829D2-C974-4327-BAB2-E270BBD0F452}" type="presOf" srcId="{74B5B68B-47FF-4D51-AAC6-3026E7D855A0}" destId="{781321FF-D8D3-4093-A78E-C1727646219C}" srcOrd="0" destOrd="0" presId="urn:microsoft.com/office/officeart/2018/5/layout/IconLeafLabelList"/>
    <dgm:cxn modelId="{E1A87A1D-BBBC-47A2-B185-65F350D12D67}" type="presParOf" srcId="{781321FF-D8D3-4093-A78E-C1727646219C}" destId="{DE56C79C-E2E1-4C2A-A77A-8D3D65ACFDFC}" srcOrd="0" destOrd="0" presId="urn:microsoft.com/office/officeart/2018/5/layout/IconLeafLabelList"/>
    <dgm:cxn modelId="{DB7757BC-36CB-4FF5-B139-5DF8C2B0B8FA}" type="presParOf" srcId="{DE56C79C-E2E1-4C2A-A77A-8D3D65ACFDFC}" destId="{E0B46F56-80E7-4BBD-B0DF-CCCB3DFAC6BB}" srcOrd="0" destOrd="0" presId="urn:microsoft.com/office/officeart/2018/5/layout/IconLeafLabelList"/>
    <dgm:cxn modelId="{1DBFF0F4-B724-460D-B54B-F20C1E38EBFE}" type="presParOf" srcId="{DE56C79C-E2E1-4C2A-A77A-8D3D65ACFDFC}" destId="{C7A406D0-961F-422A-A143-782D9ECFB0E3}" srcOrd="1" destOrd="0" presId="urn:microsoft.com/office/officeart/2018/5/layout/IconLeafLabelList"/>
    <dgm:cxn modelId="{C0E6D99A-D958-4D8E-8E93-5E692092B97A}" type="presParOf" srcId="{DE56C79C-E2E1-4C2A-A77A-8D3D65ACFDFC}" destId="{9770A49B-B03E-472B-8E69-7A6C1366CF6E}" srcOrd="2" destOrd="0" presId="urn:microsoft.com/office/officeart/2018/5/layout/IconLeafLabelList"/>
    <dgm:cxn modelId="{6B176EE2-BDC2-41DB-9534-B6EA152ABE46}" type="presParOf" srcId="{DE56C79C-E2E1-4C2A-A77A-8D3D65ACFDFC}" destId="{5662A336-7BA6-42DD-ADA6-695AAB2716F4}" srcOrd="3" destOrd="0" presId="urn:microsoft.com/office/officeart/2018/5/layout/IconLeafLabelList"/>
    <dgm:cxn modelId="{FDB11E13-63EF-42B0-8689-4FED765B94E6}" type="presParOf" srcId="{781321FF-D8D3-4093-A78E-C1727646219C}" destId="{FBA57011-9706-4765-A4CB-F60C4BA54E88}" srcOrd="1" destOrd="0" presId="urn:microsoft.com/office/officeart/2018/5/layout/IconLeafLabelList"/>
    <dgm:cxn modelId="{C7BC3836-2C58-4A4A-B1B7-5C182EE7C662}" type="presParOf" srcId="{781321FF-D8D3-4093-A78E-C1727646219C}" destId="{5FF1394D-19A4-43F0-81B8-785C02841472}" srcOrd="2" destOrd="0" presId="urn:microsoft.com/office/officeart/2018/5/layout/IconLeafLabelList"/>
    <dgm:cxn modelId="{F62845FB-173F-461E-9B53-E8B9DD6C4647}" type="presParOf" srcId="{5FF1394D-19A4-43F0-81B8-785C02841472}" destId="{EBA96FC8-6C4B-49FF-85B0-03CE2B5BE106}" srcOrd="0" destOrd="0" presId="urn:microsoft.com/office/officeart/2018/5/layout/IconLeafLabelList"/>
    <dgm:cxn modelId="{191CE324-97D6-49CC-A9EB-9FE82747914B}" type="presParOf" srcId="{5FF1394D-19A4-43F0-81B8-785C02841472}" destId="{07E1E073-D061-46E8-97BF-AEA818704A99}" srcOrd="1" destOrd="0" presId="urn:microsoft.com/office/officeart/2018/5/layout/IconLeafLabelList"/>
    <dgm:cxn modelId="{85058838-1CB4-4FD5-9AC5-552EF2347B0D}" type="presParOf" srcId="{5FF1394D-19A4-43F0-81B8-785C02841472}" destId="{E1943ECE-7F17-44C0-BB9E-E06F2FBD8036}" srcOrd="2" destOrd="0" presId="urn:microsoft.com/office/officeart/2018/5/layout/IconLeafLabelList"/>
    <dgm:cxn modelId="{4E80BF18-C92D-441D-B4CF-1290B1012385}" type="presParOf" srcId="{5FF1394D-19A4-43F0-81B8-785C02841472}" destId="{814B1461-DB35-4352-805D-833A65F26640}" srcOrd="3" destOrd="0" presId="urn:microsoft.com/office/officeart/2018/5/layout/IconLeafLabelList"/>
    <dgm:cxn modelId="{7211B54D-ED33-4C91-83F6-3065401A25B5}" type="presParOf" srcId="{781321FF-D8D3-4093-A78E-C1727646219C}" destId="{00A4CC31-7DBB-4676-8249-E6CD419FC9AA}" srcOrd="3" destOrd="0" presId="urn:microsoft.com/office/officeart/2018/5/layout/IconLeafLabelList"/>
    <dgm:cxn modelId="{91365D38-2191-43AE-893C-AA3387AE611A}" type="presParOf" srcId="{781321FF-D8D3-4093-A78E-C1727646219C}" destId="{233C1384-3A4A-4A5C-B6D8-FC338D3D0935}" srcOrd="4" destOrd="0" presId="urn:microsoft.com/office/officeart/2018/5/layout/IconLeafLabelList"/>
    <dgm:cxn modelId="{437FF90E-3E84-4E74-B310-64DD41EFB70D}" type="presParOf" srcId="{233C1384-3A4A-4A5C-B6D8-FC338D3D0935}" destId="{09BD7402-DF02-4191-90BE-1BD9A8BE17C5}" srcOrd="0" destOrd="0" presId="urn:microsoft.com/office/officeart/2018/5/layout/IconLeafLabelList"/>
    <dgm:cxn modelId="{45FFC0A4-E710-4892-8FEF-46AC3C48640F}" type="presParOf" srcId="{233C1384-3A4A-4A5C-B6D8-FC338D3D0935}" destId="{B0BFC092-103A-4513-919F-7CB35E7E83EA}" srcOrd="1" destOrd="0" presId="urn:microsoft.com/office/officeart/2018/5/layout/IconLeafLabelList"/>
    <dgm:cxn modelId="{3753B032-148F-48F7-B8F2-D92AB186A9EF}" type="presParOf" srcId="{233C1384-3A4A-4A5C-B6D8-FC338D3D0935}" destId="{82FCB43B-A9AF-4225-8284-5FF25B8E26EE}" srcOrd="2" destOrd="0" presId="urn:microsoft.com/office/officeart/2018/5/layout/IconLeafLabelList"/>
    <dgm:cxn modelId="{7FA71BAA-FE16-44AE-B474-7EE2FCE1BA67}" type="presParOf" srcId="{233C1384-3A4A-4A5C-B6D8-FC338D3D0935}" destId="{D1402B32-DC0B-4548-AD44-DEFCA773DF9F}" srcOrd="3" destOrd="0" presId="urn:microsoft.com/office/officeart/2018/5/layout/IconLeafLabelList"/>
    <dgm:cxn modelId="{A25396FA-605F-4F69-91B5-EFC7A407FEFB}" type="presParOf" srcId="{781321FF-D8D3-4093-A78E-C1727646219C}" destId="{2C7319BB-741D-4778-832D-9699AC2B1C40}" srcOrd="5" destOrd="0" presId="urn:microsoft.com/office/officeart/2018/5/layout/IconLeafLabelList"/>
    <dgm:cxn modelId="{C51C0410-F519-477F-8C6A-6AB0835A2E28}" type="presParOf" srcId="{781321FF-D8D3-4093-A78E-C1727646219C}" destId="{B2468667-B92C-467F-9A05-ACB71E36DDAE}" srcOrd="6" destOrd="0" presId="urn:microsoft.com/office/officeart/2018/5/layout/IconLeafLabelList"/>
    <dgm:cxn modelId="{D3239E05-82A8-44D0-B5E9-A505490CB17D}" type="presParOf" srcId="{B2468667-B92C-467F-9A05-ACB71E36DDAE}" destId="{85D5538D-B25B-42D7-A776-92B3688A9F4B}" srcOrd="0" destOrd="0" presId="urn:microsoft.com/office/officeart/2018/5/layout/IconLeafLabelList"/>
    <dgm:cxn modelId="{F8B929CB-7DE9-44AF-B92F-02D7AB520C0B}" type="presParOf" srcId="{B2468667-B92C-467F-9A05-ACB71E36DDAE}" destId="{7B2030A8-1689-426A-A112-EAB864AFC348}" srcOrd="1" destOrd="0" presId="urn:microsoft.com/office/officeart/2018/5/layout/IconLeafLabelList"/>
    <dgm:cxn modelId="{386393FF-0E28-4C6F-B1B4-395C9AFAE9F8}" type="presParOf" srcId="{B2468667-B92C-467F-9A05-ACB71E36DDAE}" destId="{F495275B-E795-44E8-BB9A-F4311160292A}" srcOrd="2" destOrd="0" presId="urn:microsoft.com/office/officeart/2018/5/layout/IconLeafLabelList"/>
    <dgm:cxn modelId="{A72D2596-401E-4949-B351-F3B15CBE22ED}" type="presParOf" srcId="{B2468667-B92C-467F-9A05-ACB71E36DDAE}" destId="{6E837FB6-2032-4634-8A22-B37A7CE01DE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51F2-0B7D-41AC-B24C-9F34509B0919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A9800-9343-4A9E-BE19-663BFDEF1D50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542CB-C13E-4646-A707-9E6A069B5A5C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Occupational curriculum and qualification analysis</a:t>
          </a:r>
        </a:p>
      </dsp:txBody>
      <dsp:txXfrm>
        <a:off x="1209819" y="2066"/>
        <a:ext cx="3761783" cy="1047462"/>
      </dsp:txXfrm>
    </dsp:sp>
    <dsp:sp modelId="{8E50EFB6-95EC-4382-9D84-078DCAF7B660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2F55D-32BA-4318-8FCE-0CCE17E4056A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ED356-8E4F-4944-8859-810A36879D8D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Target group analysis</a:t>
          </a:r>
        </a:p>
      </dsp:txBody>
      <dsp:txXfrm>
        <a:off x="1209819" y="1311395"/>
        <a:ext cx="3761783" cy="1047462"/>
      </dsp:txXfrm>
    </dsp:sp>
    <dsp:sp modelId="{7B5507EA-030F-4420-8C8C-381E283762E1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F9560-DD9D-4655-AC9B-EB9D9EB68378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8A9DB-83BE-479B-B5AC-46BE6C6A78C8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Facilitation planning and lesson sequencing</a:t>
          </a:r>
        </a:p>
      </dsp:txBody>
      <dsp:txXfrm>
        <a:off x="1209819" y="2620723"/>
        <a:ext cx="3761783" cy="1047462"/>
      </dsp:txXfrm>
    </dsp:sp>
    <dsp:sp modelId="{5434B8E5-781A-42A1-850A-266E27AEB525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A76C5-0D67-49C9-A641-80D8978F5C37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FDB6C-3B8B-48AC-8B3E-9E3487085F05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Learning environments and blended learning</a:t>
          </a:r>
        </a:p>
      </dsp:txBody>
      <dsp:txXfrm>
        <a:off x="1209819" y="3930051"/>
        <a:ext cx="3761783" cy="1047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E2E3-E442-4B11-91F0-D1D22C93B26E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136AD-F2EF-443F-8770-81EC208EEE98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F8AD6-AE9C-4EB6-87B5-7813599ED772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Clear learning objectives</a:t>
          </a:r>
        </a:p>
      </dsp:txBody>
      <dsp:txXfrm>
        <a:off x="1209819" y="2066"/>
        <a:ext cx="3761783" cy="1047462"/>
      </dsp:txXfrm>
    </dsp:sp>
    <dsp:sp modelId="{CE5D6E75-F217-41BE-9757-C11BB68FBD0A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2C0E2-E830-4F73-9FE7-472482AFBAD7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C843F-D9D5-4656-920A-EF48C932146F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Audience-centred facilitation</a:t>
          </a:r>
        </a:p>
      </dsp:txBody>
      <dsp:txXfrm>
        <a:off x="1209819" y="1311395"/>
        <a:ext cx="3761783" cy="1047462"/>
      </dsp:txXfrm>
    </dsp:sp>
    <dsp:sp modelId="{268F31BB-0343-4A9F-9EDD-9109EC80880F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52A58-D457-43B1-B990-B0322385DE4A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17018-1603-42AE-83B4-533E7E6B328F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Structured content and flow</a:t>
          </a:r>
        </a:p>
      </dsp:txBody>
      <dsp:txXfrm>
        <a:off x="1209819" y="2620723"/>
        <a:ext cx="3761783" cy="1047462"/>
      </dsp:txXfrm>
    </dsp:sp>
    <dsp:sp modelId="{696A7535-6637-4FA4-845E-86A994BBA5AD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62ECA-37FE-411A-BE41-7D39EF2B15EC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7A5B5-256F-44F4-8E03-122897438DF5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Practical workplace application</a:t>
          </a:r>
        </a:p>
      </dsp:txBody>
      <dsp:txXfrm>
        <a:off x="1209819" y="3930051"/>
        <a:ext cx="3761783" cy="1047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35F7F-FAE2-41DA-A6FA-AD6DDC82614D}">
      <dsp:nvSpPr>
        <dsp:cNvPr id="0" name=""/>
        <dsp:cNvSpPr/>
      </dsp:nvSpPr>
      <dsp:spPr>
        <a:xfrm>
          <a:off x="994320" y="2297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Review learning interventions</a:t>
          </a:r>
        </a:p>
      </dsp:txBody>
      <dsp:txXfrm>
        <a:off x="994320" y="2297"/>
        <a:ext cx="3977282" cy="1190187"/>
      </dsp:txXfrm>
    </dsp:sp>
    <dsp:sp modelId="{22F3CFA2-8397-4F44-90FF-74EA46D5566D}">
      <dsp:nvSpPr>
        <dsp:cNvPr id="0" name=""/>
        <dsp:cNvSpPr/>
      </dsp:nvSpPr>
      <dsp:spPr>
        <a:xfrm>
          <a:off x="0" y="2297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Review</a:t>
          </a:r>
        </a:p>
      </dsp:txBody>
      <dsp:txXfrm>
        <a:off x="0" y="2297"/>
        <a:ext cx="994320" cy="1190187"/>
      </dsp:txXfrm>
    </dsp:sp>
    <dsp:sp modelId="{0ADE90D1-8B57-455B-AD35-FA42384CB6C5}">
      <dsp:nvSpPr>
        <dsp:cNvPr id="0" name=""/>
        <dsp:cNvSpPr/>
      </dsp:nvSpPr>
      <dsp:spPr>
        <a:xfrm>
          <a:off x="994320" y="12638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 assessment and feedback processes</a:t>
          </a:r>
        </a:p>
      </dsp:txBody>
      <dsp:txXfrm>
        <a:off x="994320" y="1263896"/>
        <a:ext cx="3977282" cy="1190187"/>
      </dsp:txXfrm>
    </dsp:sp>
    <dsp:sp modelId="{1976462A-CF11-4E75-A4E4-E0D8862D7DB7}">
      <dsp:nvSpPr>
        <dsp:cNvPr id="0" name=""/>
        <dsp:cNvSpPr/>
      </dsp:nvSpPr>
      <dsp:spPr>
        <a:xfrm>
          <a:off x="0" y="12638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</a:t>
          </a:r>
        </a:p>
      </dsp:txBody>
      <dsp:txXfrm>
        <a:off x="0" y="1263896"/>
        <a:ext cx="994320" cy="1190187"/>
      </dsp:txXfrm>
    </dsp:sp>
    <dsp:sp modelId="{56FD3F0D-C2CB-4641-80E3-67B871E3D6F7}">
      <dsp:nvSpPr>
        <dsp:cNvPr id="0" name=""/>
        <dsp:cNvSpPr/>
      </dsp:nvSpPr>
      <dsp:spPr>
        <a:xfrm>
          <a:off x="994320" y="25254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Apply continuous quality improvement</a:t>
          </a:r>
        </a:p>
      </dsp:txBody>
      <dsp:txXfrm>
        <a:off x="994320" y="2525496"/>
        <a:ext cx="3977282" cy="1190187"/>
      </dsp:txXfrm>
    </dsp:sp>
    <dsp:sp modelId="{E5526CDC-7CA3-40A3-996C-1417E3EA997C}">
      <dsp:nvSpPr>
        <dsp:cNvPr id="0" name=""/>
        <dsp:cNvSpPr/>
      </dsp:nvSpPr>
      <dsp:spPr>
        <a:xfrm>
          <a:off x="0" y="25254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Apply</a:t>
          </a:r>
        </a:p>
      </dsp:txBody>
      <dsp:txXfrm>
        <a:off x="0" y="2525496"/>
        <a:ext cx="994320" cy="1190187"/>
      </dsp:txXfrm>
    </dsp:sp>
    <dsp:sp modelId="{0FC7BBF1-FAE8-4FFB-9EEC-891516C32202}">
      <dsp:nvSpPr>
        <dsp:cNvPr id="0" name=""/>
        <dsp:cNvSpPr/>
      </dsp:nvSpPr>
      <dsp:spPr>
        <a:xfrm>
          <a:off x="994320" y="3787095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Report on learner progress and outcomes</a:t>
          </a:r>
        </a:p>
      </dsp:txBody>
      <dsp:txXfrm>
        <a:off x="994320" y="3787095"/>
        <a:ext cx="3977282" cy="1190187"/>
      </dsp:txXfrm>
    </dsp:sp>
    <dsp:sp modelId="{17817600-0982-4ACE-9F14-4A3DF770A33D}">
      <dsp:nvSpPr>
        <dsp:cNvPr id="0" name=""/>
        <dsp:cNvSpPr/>
      </dsp:nvSpPr>
      <dsp:spPr>
        <a:xfrm>
          <a:off x="0" y="3787095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Report on</a:t>
          </a:r>
        </a:p>
      </dsp:txBody>
      <dsp:txXfrm>
        <a:off x="0" y="3787095"/>
        <a:ext cx="994320" cy="11901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46F56-80E7-4BBD-B0DF-CCCB3DFAC6BB}">
      <dsp:nvSpPr>
        <dsp:cNvPr id="0" name=""/>
        <dsp:cNvSpPr/>
      </dsp:nvSpPr>
      <dsp:spPr>
        <a:xfrm>
          <a:off x="1056515" y="576"/>
          <a:ext cx="893197" cy="89319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406D0-961F-422A-A143-782D9ECFB0E3}">
      <dsp:nvSpPr>
        <dsp:cNvPr id="0" name=""/>
        <dsp:cNvSpPr/>
      </dsp:nvSpPr>
      <dsp:spPr>
        <a:xfrm>
          <a:off x="1246868" y="190930"/>
          <a:ext cx="512490" cy="5124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2A336-7BA6-42DD-ADA6-695AAB2716F4}">
      <dsp:nvSpPr>
        <dsp:cNvPr id="0" name=""/>
        <dsp:cNvSpPr/>
      </dsp:nvSpPr>
      <dsp:spPr>
        <a:xfrm>
          <a:off x="770985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Plan learning interventions</a:t>
          </a:r>
        </a:p>
      </dsp:txBody>
      <dsp:txXfrm>
        <a:off x="770985" y="1171983"/>
        <a:ext cx="1464257" cy="585703"/>
      </dsp:txXfrm>
    </dsp:sp>
    <dsp:sp modelId="{EBA96FC8-6C4B-49FF-85B0-03CE2B5BE106}">
      <dsp:nvSpPr>
        <dsp:cNvPr id="0" name=""/>
        <dsp:cNvSpPr/>
      </dsp:nvSpPr>
      <dsp:spPr>
        <a:xfrm>
          <a:off x="2777018" y="576"/>
          <a:ext cx="893197" cy="89319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1E073-D061-46E8-97BF-AEA818704A99}">
      <dsp:nvSpPr>
        <dsp:cNvPr id="0" name=""/>
        <dsp:cNvSpPr/>
      </dsp:nvSpPr>
      <dsp:spPr>
        <a:xfrm>
          <a:off x="2967371" y="190930"/>
          <a:ext cx="512490" cy="5124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B1461-DB35-4352-805D-833A65F26640}">
      <dsp:nvSpPr>
        <dsp:cNvPr id="0" name=""/>
        <dsp:cNvSpPr/>
      </dsp:nvSpPr>
      <dsp:spPr>
        <a:xfrm>
          <a:off x="2491488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Implement and monitor delivery</a:t>
          </a:r>
        </a:p>
      </dsp:txBody>
      <dsp:txXfrm>
        <a:off x="2491488" y="1171983"/>
        <a:ext cx="1464257" cy="585703"/>
      </dsp:txXfrm>
    </dsp:sp>
    <dsp:sp modelId="{09BD7402-DF02-4191-90BE-1BD9A8BE17C5}">
      <dsp:nvSpPr>
        <dsp:cNvPr id="0" name=""/>
        <dsp:cNvSpPr/>
      </dsp:nvSpPr>
      <dsp:spPr>
        <a:xfrm>
          <a:off x="4497521" y="576"/>
          <a:ext cx="893197" cy="89319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FC092-103A-4513-919F-7CB35E7E83EA}">
      <dsp:nvSpPr>
        <dsp:cNvPr id="0" name=""/>
        <dsp:cNvSpPr/>
      </dsp:nvSpPr>
      <dsp:spPr>
        <a:xfrm>
          <a:off x="4687874" y="190930"/>
          <a:ext cx="512490" cy="5124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02B32-DC0B-4548-AD44-DEFCA773DF9F}">
      <dsp:nvSpPr>
        <dsp:cNvPr id="0" name=""/>
        <dsp:cNvSpPr/>
      </dsp:nvSpPr>
      <dsp:spPr>
        <a:xfrm>
          <a:off x="4211991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Review outcomes and feedback</a:t>
          </a:r>
        </a:p>
      </dsp:txBody>
      <dsp:txXfrm>
        <a:off x="4211991" y="1171983"/>
        <a:ext cx="1464257" cy="585703"/>
      </dsp:txXfrm>
    </dsp:sp>
    <dsp:sp modelId="{85D5538D-B25B-42D7-A776-92B3688A9F4B}">
      <dsp:nvSpPr>
        <dsp:cNvPr id="0" name=""/>
        <dsp:cNvSpPr/>
      </dsp:nvSpPr>
      <dsp:spPr>
        <a:xfrm>
          <a:off x="2777018" y="2123750"/>
          <a:ext cx="893197" cy="89319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030A8-1689-426A-A112-EAB864AFC348}">
      <dsp:nvSpPr>
        <dsp:cNvPr id="0" name=""/>
        <dsp:cNvSpPr/>
      </dsp:nvSpPr>
      <dsp:spPr>
        <a:xfrm>
          <a:off x="2967371" y="2314104"/>
          <a:ext cx="512490" cy="5124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37FB6-2032-4634-8A22-B37A7CE01DE6}">
      <dsp:nvSpPr>
        <dsp:cNvPr id="0" name=""/>
        <dsp:cNvSpPr/>
      </dsp:nvSpPr>
      <dsp:spPr>
        <a:xfrm>
          <a:off x="2491488" y="3295156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Improve facilitation practices continuously</a:t>
          </a:r>
        </a:p>
      </dsp:txBody>
      <dsp:txXfrm>
        <a:off x="2491488" y="3295156"/>
        <a:ext cx="1464257" cy="58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1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0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1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1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6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7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6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75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0828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3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262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42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0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1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8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3200" dirty="0"/>
              <a:t>Work Based Learning and Development Practitioner</a:t>
            </a:r>
          </a:p>
          <a:p>
            <a:r>
              <a:rPr sz="3200" dirty="0"/>
              <a:t>KM-04: Facilitation of Learning in Occupational Contexts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480" y="4445000"/>
            <a:ext cx="6400800" cy="1752600"/>
          </a:xfrm>
        </p:spPr>
        <p:txBody>
          <a:bodyPr/>
          <a:lstStyle/>
          <a:p>
            <a:r>
              <a:rPr dirty="0"/>
              <a:t>SAQA ID: SP220322 | NQF Level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14A82-F5E4-835E-8288-E169AA4F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2968"/>
            <a:ext cx="1788160" cy="1515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Module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0BF85-C2E3-E6D5-0D0C-9A5487AC9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2247719"/>
            <a:ext cx="2892580" cy="24514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Module Code: 242401001-KM-04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NQF Level: 5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Credits: 8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Notional Hours: 80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Focus: Facilitation of learning in occupational contexts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ZA"/>
              <a:t>Purpose of the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0C6384-C687-9900-C557-4B18124C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05" y="2159331"/>
            <a:ext cx="3962467" cy="33581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2029" y="2160589"/>
            <a:ext cx="2195389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1300"/>
              <a:t>Develop understanding of facilitation in occupational contexts</a:t>
            </a:r>
          </a:p>
          <a:p>
            <a:pPr>
              <a:defRPr sz="2000"/>
            </a:pPr>
            <a:r>
              <a:rPr lang="en-GB" sz="1300"/>
              <a:t>Apply adult learning principles and facilitation techniques</a:t>
            </a:r>
          </a:p>
          <a:p>
            <a:pPr>
              <a:defRPr sz="2000"/>
            </a:pPr>
            <a:r>
              <a:rPr lang="en-GB" sz="1300"/>
              <a:t>Plan, conduct and evaluate learning interventions</a:t>
            </a:r>
          </a:p>
          <a:p>
            <a:pPr>
              <a:defRPr sz="2000"/>
            </a:pPr>
            <a:r>
              <a:rPr lang="en-GB" sz="1300"/>
              <a:t>Facilitate learning for diverse learner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t>Knowledge Topics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B0CBE-16D5-D9F4-5447-9AE2F6A05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60" y="2159331"/>
            <a:ext cx="2890861" cy="245000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242" y="2160589"/>
            <a:ext cx="3308007" cy="37685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2000"/>
              <a:t>KT01: Facilitation planning and preparation</a:t>
            </a:r>
          </a:p>
          <a:p>
            <a:pPr>
              <a:defRPr sz="2000"/>
            </a:pPr>
            <a:r>
              <a:rPr lang="en-GB" sz="2000"/>
              <a:t>KT02: Facilitation principles, techniques and tools</a:t>
            </a:r>
          </a:p>
          <a:p>
            <a:pPr>
              <a:defRPr sz="2000"/>
            </a:pPr>
            <a:r>
              <a:rPr lang="en-GB" sz="2000"/>
              <a:t>KT03: Evaluating, reviewing and reporting on facilitation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GB" sz="3500"/>
              <a:t>KT01: Facilitation Planning and Preparation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288D20-01DD-B2DB-1570-1E681FFF5F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90762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Occupational Curriculum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Align learning to workplace skills needs</a:t>
            </a:r>
          </a:p>
          <a:p>
            <a:pPr>
              <a:defRPr sz="2000"/>
            </a:pPr>
            <a:r>
              <a:t>Ensure relevance to occupational outcomes</a:t>
            </a:r>
          </a:p>
          <a:p>
            <a:pPr>
              <a:defRPr sz="2000"/>
            </a:pPr>
            <a:r>
              <a:t>Integrate theory and practice</a:t>
            </a:r>
          </a:p>
          <a:p>
            <a:pPr>
              <a:defRPr sz="2000"/>
            </a:pPr>
            <a:r>
              <a:t>Align with SAQA and QCTO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A8413-4052-010B-592B-D5025538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4956888"/>
            <a:ext cx="1788160" cy="1515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Identify learner needs and characteristics</a:t>
            </a:r>
          </a:p>
          <a:p>
            <a:pPr>
              <a:defRPr sz="2000"/>
            </a:pPr>
            <a:r>
              <a:t>Understand barriers to learning</a:t>
            </a:r>
          </a:p>
          <a:p>
            <a:pPr>
              <a:defRPr sz="2000"/>
            </a:pPr>
            <a:r>
              <a:t>Adapt facilitation strategies</a:t>
            </a:r>
          </a:p>
          <a:p>
            <a:pPr>
              <a:defRPr sz="2000"/>
            </a:pPr>
            <a:r>
              <a:t>Develop inclusive engagement approaches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49258-0599-9828-C303-AD0B6F78D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60" y="4340831"/>
            <a:ext cx="3017520" cy="25566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Facilitation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1"/>
            <a:ext cx="6347714" cy="2279330"/>
          </a:xfrm>
        </p:spPr>
        <p:txBody>
          <a:bodyPr/>
          <a:lstStyle/>
          <a:p>
            <a:pPr>
              <a:defRPr sz="2000"/>
            </a:pPr>
            <a:r>
              <a:t>Prepare lesson plans and activities</a:t>
            </a:r>
          </a:p>
          <a:p>
            <a:pPr>
              <a:defRPr sz="2000"/>
            </a:pPr>
            <a:r>
              <a:t>Schedule learning sessions effectively</a:t>
            </a:r>
          </a:p>
          <a:p>
            <a:pPr>
              <a:defRPr sz="2000"/>
            </a:pPr>
            <a:r>
              <a:t>Ensure logical sequencing of concepts</a:t>
            </a:r>
          </a:p>
          <a:p>
            <a:pPr>
              <a:defRPr sz="2000"/>
            </a:pPr>
            <a:r>
              <a:t>Plan individual and group activities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D5F3F-A257-DF6A-7FAE-E03B5C6E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" y="5178024"/>
            <a:ext cx="1788160" cy="1515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blended and online learning approaches</a:t>
            </a:r>
          </a:p>
          <a:p>
            <a:pPr>
              <a:defRPr sz="2000"/>
            </a:pPr>
            <a:r>
              <a:t>Ensure cost-effective learning delivery</a:t>
            </a:r>
          </a:p>
          <a:p>
            <a:pPr>
              <a:defRPr sz="2000"/>
            </a:pPr>
            <a:r>
              <a:t>Use appropriate resources and technology</a:t>
            </a:r>
          </a:p>
          <a:p>
            <a:pPr>
              <a:defRPr sz="2000"/>
            </a:pPr>
            <a:r>
              <a:t>Create safe and supportive learning spaces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8062E-559A-2FF8-0EB8-F0632E851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3933926"/>
            <a:ext cx="3139440" cy="2659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2000"/>
              <a:t>KT02: Facilitation Principles, Techniques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2000"/>
              <a:t>Adult learning principles</a:t>
            </a:r>
          </a:p>
          <a:p>
            <a:pPr>
              <a:defRPr sz="2000"/>
            </a:pPr>
            <a:r>
              <a:rPr lang="en-GB" sz="2000"/>
              <a:t>Facilitation tools and techniques</a:t>
            </a:r>
          </a:p>
          <a:p>
            <a:pPr>
              <a:defRPr sz="2000"/>
            </a:pPr>
            <a:r>
              <a:rPr lang="en-GB" sz="2000"/>
              <a:t>Group dynamics and classroom management</a:t>
            </a:r>
          </a:p>
          <a:p>
            <a:pPr>
              <a:defRPr sz="2000"/>
            </a:pPr>
            <a:r>
              <a:rPr lang="en-GB" sz="2000"/>
              <a:t>Learning application and internalisation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82845-B649-A03E-255B-643A30848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26" y="1709903"/>
            <a:ext cx="3452060" cy="29336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Adult Learning Principles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18337-2DDC-0514-2F25-266B3C50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2244350"/>
            <a:ext cx="2892580" cy="24581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Adults are self-directed learners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Experience is a valuable learning resource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Learning must be practical and relevant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Adults are motivated by real-life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t>Facilitation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968012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2000"/>
              <a:t>Questioning and active listening</a:t>
            </a:r>
          </a:p>
          <a:p>
            <a:pPr>
              <a:defRPr sz="2000"/>
            </a:pPr>
            <a:r>
              <a:rPr lang="en-GB" sz="2000"/>
              <a:t>Verbal and non-verbal communication</a:t>
            </a:r>
          </a:p>
          <a:p>
            <a:pPr>
              <a:defRPr sz="2000"/>
            </a:pPr>
            <a:r>
              <a:rPr lang="en-GB" sz="2000"/>
              <a:t>Conflict and diversity management</a:t>
            </a:r>
          </a:p>
          <a:p>
            <a:pPr>
              <a:defRPr sz="2000"/>
            </a:pPr>
            <a:r>
              <a:rPr lang="en-GB" sz="2000"/>
              <a:t>Technology and visual aids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28713-E171-78FC-57AB-FF19703F15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24" r="13895" b="1"/>
          <a:stretch>
            <a:fillRect/>
          </a:stretch>
        </p:blipFill>
        <p:spPr>
          <a:xfrm>
            <a:off x="3643088" y="2159331"/>
            <a:ext cx="3311287" cy="3882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>
                <a:solidFill>
                  <a:srgbClr val="FFFFFF"/>
                </a:solidFill>
              </a:rPr>
              <a:t>Group Dynamics &amp; Classroom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7AA3C-019D-8CE3-C669-7BF4CC367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2247719"/>
            <a:ext cx="2892580" cy="24514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Promote participation and collaboration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Manage conflict constructively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Create inclusive learning environments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Establish clear classroom expectations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loating sheep">
            <a:extLst>
              <a:ext uri="{FF2B5EF4-FFF2-40B4-BE49-F238E27FC236}">
                <a16:creationId xmlns:a16="http://schemas.microsoft.com/office/drawing/2014/main" id="{B22A343C-5AA8-192A-84CB-3EF66C8B7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40" r="23528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2800"/>
              <a:t>Learning Application &amp; Internalisation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2000"/>
              <a:t>Experiential learning</a:t>
            </a:r>
          </a:p>
          <a:p>
            <a:pPr>
              <a:defRPr sz="2000"/>
            </a:pPr>
            <a:r>
              <a:rPr lang="en-GB" sz="2000"/>
              <a:t>Role plays and case studies</a:t>
            </a:r>
          </a:p>
          <a:p>
            <a:pPr>
              <a:defRPr sz="2000"/>
            </a:pPr>
            <a:r>
              <a:rPr lang="en-GB" sz="2000"/>
              <a:t>Project-based learning</a:t>
            </a:r>
          </a:p>
          <a:p>
            <a:pPr>
              <a:defRPr sz="2000"/>
            </a:pPr>
            <a:r>
              <a:rPr lang="en-GB" sz="2000"/>
              <a:t>Scenario-based activities and reflection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200"/>
              <a:t>Effective Presentation Skills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7B7603-C17A-D573-AFBA-04CF1E3AF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45045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GB" sz="3800"/>
              <a:t>KT03: Evaluating, Reviewing and Reporting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2D5E36-CA4B-6266-D7E5-52033FEA2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09209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26" y="609600"/>
            <a:ext cx="6447501" cy="1320800"/>
          </a:xfrm>
        </p:spPr>
        <p:txBody>
          <a:bodyPr>
            <a:normAutofit/>
          </a:bodyPr>
          <a:lstStyle/>
          <a:p>
            <a:r>
              <a:t>Review Models and Processes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03900" y="3818467"/>
            <a:ext cx="3337719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00950" y="0"/>
            <a:ext cx="12954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26" y="2160590"/>
            <a:ext cx="6353174" cy="342926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2000"/>
              <a:t>Learner feedback and response</a:t>
            </a:r>
          </a:p>
          <a:p>
            <a:pPr>
              <a:defRPr sz="2000"/>
            </a:pPr>
            <a:r>
              <a:rPr lang="en-GB" sz="2000"/>
              <a:t>Peer reviews</a:t>
            </a:r>
          </a:p>
          <a:p>
            <a:pPr>
              <a:defRPr sz="2000"/>
            </a:pPr>
            <a:r>
              <a:rPr lang="en-GB" sz="2000"/>
              <a:t>Self-evaluation</a:t>
            </a:r>
          </a:p>
          <a:p>
            <a:pPr>
              <a:defRPr sz="2000"/>
            </a:pPr>
            <a:r>
              <a:rPr lang="en-GB" sz="2000"/>
              <a:t>Assessment results and stakeholder feedback</a:t>
            </a: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9230" y="0"/>
            <a:ext cx="1324770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04FA5-6A10-A45C-F348-70604B25D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36" y="4250265"/>
            <a:ext cx="2560439" cy="21759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Continuous Quality Improvement (CQI)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72E58D-1F26-3456-C11B-32617328D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426506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31C779E1-749A-FD14-8ADE-A94A08A1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70" r="-2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ZA" sz="3300"/>
              <a:t>Assessment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GB" sz="2000"/>
              <a:t>Continuous assessments and activities</a:t>
            </a:r>
          </a:p>
          <a:p>
            <a:pPr>
              <a:defRPr sz="2000"/>
            </a:pPr>
            <a:r>
              <a:rPr lang="en-GB" sz="2000"/>
              <a:t>Portfolio of Evidence (PoE)</a:t>
            </a:r>
          </a:p>
          <a:p>
            <a:pPr>
              <a:defRPr sz="2000"/>
            </a:pPr>
            <a:r>
              <a:rPr lang="en-GB" sz="2000"/>
              <a:t>Final Integrated Supervised Assessment (FISA)</a:t>
            </a:r>
          </a:p>
          <a:p>
            <a:pPr>
              <a:defRPr sz="2000"/>
            </a:pPr>
            <a:r>
              <a:rPr lang="en-GB" sz="2000"/>
              <a:t>Practical demonstration of competence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</a:rPr>
              <a:t>Key Takeaways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Facilitation is learner-centred and outcome-driven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Effective planning improves learning success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Adult learning principles are essential</a:t>
            </a:r>
          </a:p>
          <a:p>
            <a:pPr>
              <a:defRPr sz="2000"/>
            </a:pPr>
            <a:r>
              <a:rPr lang="en-GB" sz="2000">
                <a:solidFill>
                  <a:srgbClr val="FFFFFF"/>
                </a:solidFill>
              </a:rPr>
              <a:t>Continuous improvement strengthens facilitation practice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445</Words>
  <Application>Microsoft Office PowerPoint</Application>
  <PresentationFormat>On-screen Show (4:3)</PresentationFormat>
  <Paragraphs>102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Work Based Learning and Development Practitioner KM-04: Facilitation of Learning in Occupational Contexts</vt:lpstr>
      <vt:lpstr>Module Overview</vt:lpstr>
      <vt:lpstr>Purpose of the Module</vt:lpstr>
      <vt:lpstr>Knowledge Topics</vt:lpstr>
      <vt:lpstr>KT01: Facilitation Planning and Preparation</vt:lpstr>
      <vt:lpstr>Occupational Curriculum Analysis</vt:lpstr>
      <vt:lpstr>Target Group Analysis</vt:lpstr>
      <vt:lpstr>Facilitation Planning</vt:lpstr>
      <vt:lpstr>Learning Environment</vt:lpstr>
      <vt:lpstr>KT02: Facilitation Principles, Techniques and Tools</vt:lpstr>
      <vt:lpstr>Adult Learning Principles</vt:lpstr>
      <vt:lpstr>Facilitation Techniques</vt:lpstr>
      <vt:lpstr>Group Dynamics &amp; Classroom Management</vt:lpstr>
      <vt:lpstr>Learning Application &amp; Internalisation</vt:lpstr>
      <vt:lpstr>Effective Presentation Skills</vt:lpstr>
      <vt:lpstr>KT03: Evaluating, Reviewing and Reporting</vt:lpstr>
      <vt:lpstr>Review Models and Processes</vt:lpstr>
      <vt:lpstr>Continuous Quality Improvement (CQI)</vt:lpstr>
      <vt:lpstr>Assessment Requirements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Sanette Wevell</dc:creator>
  <cp:keywords/>
  <dc:description>generated using python-pptx</dc:description>
  <cp:lastModifiedBy>Sanette Wevell</cp:lastModifiedBy>
  <cp:revision>4</cp:revision>
  <dcterms:created xsi:type="dcterms:W3CDTF">2013-01-27T09:14:16Z</dcterms:created>
  <dcterms:modified xsi:type="dcterms:W3CDTF">2026-05-17T19:44:39Z</dcterms:modified>
  <cp:category/>
</cp:coreProperties>
</file>