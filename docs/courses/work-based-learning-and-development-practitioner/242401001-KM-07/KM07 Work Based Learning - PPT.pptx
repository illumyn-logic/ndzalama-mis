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D476A-3361-4971-9BF2-1C793B4F8EB9}" v="3" dt="2026-05-17T19:49:40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1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5.svg"/><Relationship Id="rId1" Type="http://schemas.openxmlformats.org/officeDocument/2006/relationships/image" Target="../media/image3.svg"/><Relationship Id="rId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5.svg"/><Relationship Id="rId1" Type="http://schemas.openxmlformats.org/officeDocument/2006/relationships/image" Target="../media/image1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2.svg"/><Relationship Id="rId1" Type="http://schemas.openxmlformats.org/officeDocument/2006/relationships/image" Target="../media/image29.sv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5.svg"/><Relationship Id="rId1" Type="http://schemas.openxmlformats.org/officeDocument/2006/relationships/image" Target="../media/image3.svg"/><Relationship Id="rId4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5.svg"/><Relationship Id="rId1" Type="http://schemas.openxmlformats.org/officeDocument/2006/relationships/image" Target="../media/image1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2.svg"/><Relationship Id="rId1" Type="http://schemas.openxmlformats.org/officeDocument/2006/relationships/image" Target="../media/image29.sv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F0B1C1-59CF-44E9-82C5-481AE72CCAA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2489999-37C4-489B-B79D-A21B8BCDC2B2}">
      <dgm:prSet/>
      <dgm:spPr/>
      <dgm:t>
        <a:bodyPr/>
        <a:lstStyle/>
        <a:p>
          <a:r>
            <a:rPr lang="en-US"/>
            <a:t>Understand work-based learning principles and models</a:t>
          </a:r>
        </a:p>
      </dgm:t>
    </dgm:pt>
    <dgm:pt modelId="{8B1C97BF-2CCC-43E6-AA4F-2D77C578F77A}" type="parTrans" cxnId="{C928B2DA-B2AE-4524-B298-BF35B47A3A9A}">
      <dgm:prSet/>
      <dgm:spPr/>
      <dgm:t>
        <a:bodyPr/>
        <a:lstStyle/>
        <a:p>
          <a:endParaRPr lang="en-US"/>
        </a:p>
      </dgm:t>
    </dgm:pt>
    <dgm:pt modelId="{1EF0B522-2889-4A67-82C0-3C7773B18A90}" type="sibTrans" cxnId="{C928B2DA-B2AE-4524-B298-BF35B47A3A9A}">
      <dgm:prSet/>
      <dgm:spPr/>
      <dgm:t>
        <a:bodyPr/>
        <a:lstStyle/>
        <a:p>
          <a:endParaRPr lang="en-US"/>
        </a:p>
      </dgm:t>
    </dgm:pt>
    <dgm:pt modelId="{75824899-6FD3-4F0C-AC69-1D6A22169798}">
      <dgm:prSet/>
      <dgm:spPr/>
      <dgm:t>
        <a:bodyPr/>
        <a:lstStyle/>
        <a:p>
          <a:r>
            <a:rPr lang="en-US"/>
            <a:t>Plan and schedule workplace learning</a:t>
          </a:r>
        </a:p>
      </dgm:t>
    </dgm:pt>
    <dgm:pt modelId="{959A4C12-293C-4D1A-944A-C6136446302F}" type="parTrans" cxnId="{70FCE55B-0AF8-437D-9C38-1E18FE6F68B7}">
      <dgm:prSet/>
      <dgm:spPr/>
      <dgm:t>
        <a:bodyPr/>
        <a:lstStyle/>
        <a:p>
          <a:endParaRPr lang="en-US"/>
        </a:p>
      </dgm:t>
    </dgm:pt>
    <dgm:pt modelId="{D9C1D742-2ECE-4EE5-A2CC-B97D214C37DD}" type="sibTrans" cxnId="{70FCE55B-0AF8-437D-9C38-1E18FE6F68B7}">
      <dgm:prSet/>
      <dgm:spPr/>
      <dgm:t>
        <a:bodyPr/>
        <a:lstStyle/>
        <a:p>
          <a:endParaRPr lang="en-US"/>
        </a:p>
      </dgm:t>
    </dgm:pt>
    <dgm:pt modelId="{CAA5A422-7E53-4343-A36D-41E8490FA983}">
      <dgm:prSet/>
      <dgm:spPr/>
      <dgm:t>
        <a:bodyPr/>
        <a:lstStyle/>
        <a:p>
          <a:r>
            <a:rPr lang="en-US"/>
            <a:t>Facilitate work-based learning interventions</a:t>
          </a:r>
        </a:p>
      </dgm:t>
    </dgm:pt>
    <dgm:pt modelId="{E577943C-E9D2-4630-819C-E165226200DC}" type="parTrans" cxnId="{67A6D843-D835-4DEE-B888-4A084B4EB22D}">
      <dgm:prSet/>
      <dgm:spPr/>
      <dgm:t>
        <a:bodyPr/>
        <a:lstStyle/>
        <a:p>
          <a:endParaRPr lang="en-US"/>
        </a:p>
      </dgm:t>
    </dgm:pt>
    <dgm:pt modelId="{982F3C05-E409-4B45-A4B0-38E362186BEF}" type="sibTrans" cxnId="{67A6D843-D835-4DEE-B888-4A084B4EB22D}">
      <dgm:prSet/>
      <dgm:spPr/>
      <dgm:t>
        <a:bodyPr/>
        <a:lstStyle/>
        <a:p>
          <a:endParaRPr lang="en-US"/>
        </a:p>
      </dgm:t>
    </dgm:pt>
    <dgm:pt modelId="{282BEAD7-84F7-4D59-9621-DF9AE6F78294}">
      <dgm:prSet/>
      <dgm:spPr/>
      <dgm:t>
        <a:bodyPr/>
        <a:lstStyle/>
        <a:p>
          <a:r>
            <a:rPr lang="en-US"/>
            <a:t>Evaluate learner progression in workplace contexts</a:t>
          </a:r>
        </a:p>
      </dgm:t>
    </dgm:pt>
    <dgm:pt modelId="{76E5C39E-EA53-4675-83F2-42BDB16BE1C2}" type="parTrans" cxnId="{CBBA3EA4-7585-4E21-938E-6461E69E27BB}">
      <dgm:prSet/>
      <dgm:spPr/>
      <dgm:t>
        <a:bodyPr/>
        <a:lstStyle/>
        <a:p>
          <a:endParaRPr lang="en-US"/>
        </a:p>
      </dgm:t>
    </dgm:pt>
    <dgm:pt modelId="{007B86BF-3119-4616-81B0-6342142B73C7}" type="sibTrans" cxnId="{CBBA3EA4-7585-4E21-938E-6461E69E27BB}">
      <dgm:prSet/>
      <dgm:spPr/>
      <dgm:t>
        <a:bodyPr/>
        <a:lstStyle/>
        <a:p>
          <a:endParaRPr lang="en-US"/>
        </a:p>
      </dgm:t>
    </dgm:pt>
    <dgm:pt modelId="{32E7AAE3-2EE3-460F-817F-6825FD1D2778}" type="pres">
      <dgm:prSet presAssocID="{38F0B1C1-59CF-44E9-82C5-481AE72CCAAD}" presName="root" presStyleCnt="0">
        <dgm:presLayoutVars>
          <dgm:dir/>
          <dgm:resizeHandles val="exact"/>
        </dgm:presLayoutVars>
      </dgm:prSet>
      <dgm:spPr/>
    </dgm:pt>
    <dgm:pt modelId="{0D8CEC2F-F45C-4311-9442-A29747A6251B}" type="pres">
      <dgm:prSet presAssocID="{38F0B1C1-59CF-44E9-82C5-481AE72CCAAD}" presName="container" presStyleCnt="0">
        <dgm:presLayoutVars>
          <dgm:dir/>
          <dgm:resizeHandles val="exact"/>
        </dgm:presLayoutVars>
      </dgm:prSet>
      <dgm:spPr/>
    </dgm:pt>
    <dgm:pt modelId="{860922A0-6B10-4E18-AD81-44B2B17CF1E5}" type="pres">
      <dgm:prSet presAssocID="{32489999-37C4-489B-B79D-A21B8BCDC2B2}" presName="compNode" presStyleCnt="0"/>
      <dgm:spPr/>
    </dgm:pt>
    <dgm:pt modelId="{4584732E-411D-483E-846B-F9BACB733A03}" type="pres">
      <dgm:prSet presAssocID="{32489999-37C4-489B-B79D-A21B8BCDC2B2}" presName="iconBgRect" presStyleLbl="bgShp" presStyleIdx="0" presStyleCnt="4"/>
      <dgm:spPr/>
    </dgm:pt>
    <dgm:pt modelId="{B58B67C7-8FF3-4227-B463-A2EA1737E5A2}" type="pres">
      <dgm:prSet presAssocID="{32489999-37C4-489B-B79D-A21B8BCDC2B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DBE547-AB58-4716-872D-85D05058873E}" type="pres">
      <dgm:prSet presAssocID="{32489999-37C4-489B-B79D-A21B8BCDC2B2}" presName="spaceRect" presStyleCnt="0"/>
      <dgm:spPr/>
    </dgm:pt>
    <dgm:pt modelId="{24DE635D-DBE2-4A54-B2D9-82B75EBACF96}" type="pres">
      <dgm:prSet presAssocID="{32489999-37C4-489B-B79D-A21B8BCDC2B2}" presName="textRect" presStyleLbl="revTx" presStyleIdx="0" presStyleCnt="4">
        <dgm:presLayoutVars>
          <dgm:chMax val="1"/>
          <dgm:chPref val="1"/>
        </dgm:presLayoutVars>
      </dgm:prSet>
      <dgm:spPr/>
    </dgm:pt>
    <dgm:pt modelId="{AD20E068-DF86-4EBE-BD33-1A432DC1544E}" type="pres">
      <dgm:prSet presAssocID="{1EF0B522-2889-4A67-82C0-3C7773B18A90}" presName="sibTrans" presStyleLbl="sibTrans2D1" presStyleIdx="0" presStyleCnt="0"/>
      <dgm:spPr/>
    </dgm:pt>
    <dgm:pt modelId="{F0FBB1B6-2C5C-45BA-9E1A-267729F23ED3}" type="pres">
      <dgm:prSet presAssocID="{75824899-6FD3-4F0C-AC69-1D6A22169798}" presName="compNode" presStyleCnt="0"/>
      <dgm:spPr/>
    </dgm:pt>
    <dgm:pt modelId="{D7395665-BBFC-45FD-BB67-DB9E720CA3A3}" type="pres">
      <dgm:prSet presAssocID="{75824899-6FD3-4F0C-AC69-1D6A22169798}" presName="iconBgRect" presStyleLbl="bgShp" presStyleIdx="1" presStyleCnt="4"/>
      <dgm:spPr/>
    </dgm:pt>
    <dgm:pt modelId="{5A425FF6-8B63-4606-9E2E-6B4C2B7785B5}" type="pres">
      <dgm:prSet presAssocID="{75824899-6FD3-4F0C-AC69-1D6A2216979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0292EB8-F58F-43E7-9B57-6F4817423B3B}" type="pres">
      <dgm:prSet presAssocID="{75824899-6FD3-4F0C-AC69-1D6A22169798}" presName="spaceRect" presStyleCnt="0"/>
      <dgm:spPr/>
    </dgm:pt>
    <dgm:pt modelId="{946DD236-54F5-4A26-8601-4C0CD54F2D63}" type="pres">
      <dgm:prSet presAssocID="{75824899-6FD3-4F0C-AC69-1D6A22169798}" presName="textRect" presStyleLbl="revTx" presStyleIdx="1" presStyleCnt="4">
        <dgm:presLayoutVars>
          <dgm:chMax val="1"/>
          <dgm:chPref val="1"/>
        </dgm:presLayoutVars>
      </dgm:prSet>
      <dgm:spPr/>
    </dgm:pt>
    <dgm:pt modelId="{8F1DC01D-7E56-4844-BCD4-F1BB2BC03A1D}" type="pres">
      <dgm:prSet presAssocID="{D9C1D742-2ECE-4EE5-A2CC-B97D214C37DD}" presName="sibTrans" presStyleLbl="sibTrans2D1" presStyleIdx="0" presStyleCnt="0"/>
      <dgm:spPr/>
    </dgm:pt>
    <dgm:pt modelId="{59FEE241-BD83-4113-A14A-D430F1784DA3}" type="pres">
      <dgm:prSet presAssocID="{CAA5A422-7E53-4343-A36D-41E8490FA983}" presName="compNode" presStyleCnt="0"/>
      <dgm:spPr/>
    </dgm:pt>
    <dgm:pt modelId="{B2AF5017-0D5E-446A-BB37-F2926F8CEF55}" type="pres">
      <dgm:prSet presAssocID="{CAA5A422-7E53-4343-A36D-41E8490FA983}" presName="iconBgRect" presStyleLbl="bgShp" presStyleIdx="2" presStyleCnt="4"/>
      <dgm:spPr/>
    </dgm:pt>
    <dgm:pt modelId="{B9C9B704-691E-4DFF-8DA1-335878F1C08D}" type="pres">
      <dgm:prSet presAssocID="{CAA5A422-7E53-4343-A36D-41E8490FA98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CEA9F28-B966-4931-BCAA-4F01CDB44F89}" type="pres">
      <dgm:prSet presAssocID="{CAA5A422-7E53-4343-A36D-41E8490FA983}" presName="spaceRect" presStyleCnt="0"/>
      <dgm:spPr/>
    </dgm:pt>
    <dgm:pt modelId="{370C2DD9-39F0-4D9E-A328-0F43B8C6B657}" type="pres">
      <dgm:prSet presAssocID="{CAA5A422-7E53-4343-A36D-41E8490FA983}" presName="textRect" presStyleLbl="revTx" presStyleIdx="2" presStyleCnt="4">
        <dgm:presLayoutVars>
          <dgm:chMax val="1"/>
          <dgm:chPref val="1"/>
        </dgm:presLayoutVars>
      </dgm:prSet>
      <dgm:spPr/>
    </dgm:pt>
    <dgm:pt modelId="{836828A9-96BE-403D-AA16-F86F503C9FB8}" type="pres">
      <dgm:prSet presAssocID="{982F3C05-E409-4B45-A4B0-38E362186BEF}" presName="sibTrans" presStyleLbl="sibTrans2D1" presStyleIdx="0" presStyleCnt="0"/>
      <dgm:spPr/>
    </dgm:pt>
    <dgm:pt modelId="{FD0AFAD1-0419-4062-B56C-04F410FAFCEF}" type="pres">
      <dgm:prSet presAssocID="{282BEAD7-84F7-4D59-9621-DF9AE6F78294}" presName="compNode" presStyleCnt="0"/>
      <dgm:spPr/>
    </dgm:pt>
    <dgm:pt modelId="{9080EE62-C387-438A-B655-4EC880FB4A80}" type="pres">
      <dgm:prSet presAssocID="{282BEAD7-84F7-4D59-9621-DF9AE6F78294}" presName="iconBgRect" presStyleLbl="bgShp" presStyleIdx="3" presStyleCnt="4"/>
      <dgm:spPr/>
    </dgm:pt>
    <dgm:pt modelId="{24F4A59F-1938-4D98-A1F9-D27586F724BC}" type="pres">
      <dgm:prSet presAssocID="{282BEAD7-84F7-4D59-9621-DF9AE6F7829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5FB5BFF1-1664-4684-90AF-FF5550156FBD}" type="pres">
      <dgm:prSet presAssocID="{282BEAD7-84F7-4D59-9621-DF9AE6F78294}" presName="spaceRect" presStyleCnt="0"/>
      <dgm:spPr/>
    </dgm:pt>
    <dgm:pt modelId="{CE7B1217-F75F-4801-B1D2-78CDE84BBADF}" type="pres">
      <dgm:prSet presAssocID="{282BEAD7-84F7-4D59-9621-DF9AE6F782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D891D0D-E3F5-43A8-93E7-463CD76AFEDE}" type="presOf" srcId="{75824899-6FD3-4F0C-AC69-1D6A22169798}" destId="{946DD236-54F5-4A26-8601-4C0CD54F2D63}" srcOrd="0" destOrd="0" presId="urn:microsoft.com/office/officeart/2018/2/layout/IconCircleList"/>
    <dgm:cxn modelId="{61A1EC11-0592-4474-8D81-817270E3D998}" type="presOf" srcId="{1EF0B522-2889-4A67-82C0-3C7773B18A90}" destId="{AD20E068-DF86-4EBE-BD33-1A432DC1544E}" srcOrd="0" destOrd="0" presId="urn:microsoft.com/office/officeart/2018/2/layout/IconCircleList"/>
    <dgm:cxn modelId="{70FCE55B-0AF8-437D-9C38-1E18FE6F68B7}" srcId="{38F0B1C1-59CF-44E9-82C5-481AE72CCAAD}" destId="{75824899-6FD3-4F0C-AC69-1D6A22169798}" srcOrd="1" destOrd="0" parTransId="{959A4C12-293C-4D1A-944A-C6136446302F}" sibTransId="{D9C1D742-2ECE-4EE5-A2CC-B97D214C37DD}"/>
    <dgm:cxn modelId="{67A6D843-D835-4DEE-B888-4A084B4EB22D}" srcId="{38F0B1C1-59CF-44E9-82C5-481AE72CCAAD}" destId="{CAA5A422-7E53-4343-A36D-41E8490FA983}" srcOrd="2" destOrd="0" parTransId="{E577943C-E9D2-4630-819C-E165226200DC}" sibTransId="{982F3C05-E409-4B45-A4B0-38E362186BEF}"/>
    <dgm:cxn modelId="{E67EAF8A-F04F-4E09-AAB7-4576DC2EE3C6}" type="presOf" srcId="{38F0B1C1-59CF-44E9-82C5-481AE72CCAAD}" destId="{32E7AAE3-2EE3-460F-817F-6825FD1D2778}" srcOrd="0" destOrd="0" presId="urn:microsoft.com/office/officeart/2018/2/layout/IconCircleList"/>
    <dgm:cxn modelId="{2B346C8E-FDDF-4D6E-8C3D-10D150341344}" type="presOf" srcId="{D9C1D742-2ECE-4EE5-A2CC-B97D214C37DD}" destId="{8F1DC01D-7E56-4844-BCD4-F1BB2BC03A1D}" srcOrd="0" destOrd="0" presId="urn:microsoft.com/office/officeart/2018/2/layout/IconCircleList"/>
    <dgm:cxn modelId="{BE98F292-ACE9-4B6F-AE77-6472488643C6}" type="presOf" srcId="{32489999-37C4-489B-B79D-A21B8BCDC2B2}" destId="{24DE635D-DBE2-4A54-B2D9-82B75EBACF96}" srcOrd="0" destOrd="0" presId="urn:microsoft.com/office/officeart/2018/2/layout/IconCircleList"/>
    <dgm:cxn modelId="{CBBA3EA4-7585-4E21-938E-6461E69E27BB}" srcId="{38F0B1C1-59CF-44E9-82C5-481AE72CCAAD}" destId="{282BEAD7-84F7-4D59-9621-DF9AE6F78294}" srcOrd="3" destOrd="0" parTransId="{76E5C39E-EA53-4675-83F2-42BDB16BE1C2}" sibTransId="{007B86BF-3119-4616-81B0-6342142B73C7}"/>
    <dgm:cxn modelId="{4FFCEFC3-97F3-4A11-B91C-841474A06135}" type="presOf" srcId="{282BEAD7-84F7-4D59-9621-DF9AE6F78294}" destId="{CE7B1217-F75F-4801-B1D2-78CDE84BBADF}" srcOrd="0" destOrd="0" presId="urn:microsoft.com/office/officeart/2018/2/layout/IconCircleList"/>
    <dgm:cxn modelId="{C635F7CC-8A26-47A6-876F-73E01B5F2C01}" type="presOf" srcId="{982F3C05-E409-4B45-A4B0-38E362186BEF}" destId="{836828A9-96BE-403D-AA16-F86F503C9FB8}" srcOrd="0" destOrd="0" presId="urn:microsoft.com/office/officeart/2018/2/layout/IconCircleList"/>
    <dgm:cxn modelId="{C928B2DA-B2AE-4524-B298-BF35B47A3A9A}" srcId="{38F0B1C1-59CF-44E9-82C5-481AE72CCAAD}" destId="{32489999-37C4-489B-B79D-A21B8BCDC2B2}" srcOrd="0" destOrd="0" parTransId="{8B1C97BF-2CCC-43E6-AA4F-2D77C578F77A}" sibTransId="{1EF0B522-2889-4A67-82C0-3C7773B18A90}"/>
    <dgm:cxn modelId="{D2E51CF5-BA03-4DA0-8AAB-A2491B45892E}" type="presOf" srcId="{CAA5A422-7E53-4343-A36D-41E8490FA983}" destId="{370C2DD9-39F0-4D9E-A328-0F43B8C6B657}" srcOrd="0" destOrd="0" presId="urn:microsoft.com/office/officeart/2018/2/layout/IconCircleList"/>
    <dgm:cxn modelId="{002C78EB-19A1-4C1A-8703-F46DFFD655FC}" type="presParOf" srcId="{32E7AAE3-2EE3-460F-817F-6825FD1D2778}" destId="{0D8CEC2F-F45C-4311-9442-A29747A6251B}" srcOrd="0" destOrd="0" presId="urn:microsoft.com/office/officeart/2018/2/layout/IconCircleList"/>
    <dgm:cxn modelId="{4857C2DA-AD97-41D7-BF3D-65FA8A1F451A}" type="presParOf" srcId="{0D8CEC2F-F45C-4311-9442-A29747A6251B}" destId="{860922A0-6B10-4E18-AD81-44B2B17CF1E5}" srcOrd="0" destOrd="0" presId="urn:microsoft.com/office/officeart/2018/2/layout/IconCircleList"/>
    <dgm:cxn modelId="{AF1CC7BF-D6BB-414E-9FDA-F74A5D8A1222}" type="presParOf" srcId="{860922A0-6B10-4E18-AD81-44B2B17CF1E5}" destId="{4584732E-411D-483E-846B-F9BACB733A03}" srcOrd="0" destOrd="0" presId="urn:microsoft.com/office/officeart/2018/2/layout/IconCircleList"/>
    <dgm:cxn modelId="{467F8E96-E5B4-45AC-88F0-1D3AB658CD15}" type="presParOf" srcId="{860922A0-6B10-4E18-AD81-44B2B17CF1E5}" destId="{B58B67C7-8FF3-4227-B463-A2EA1737E5A2}" srcOrd="1" destOrd="0" presId="urn:microsoft.com/office/officeart/2018/2/layout/IconCircleList"/>
    <dgm:cxn modelId="{56A1EAE0-8051-4BF5-9063-C569BD96E17B}" type="presParOf" srcId="{860922A0-6B10-4E18-AD81-44B2B17CF1E5}" destId="{00DBE547-AB58-4716-872D-85D05058873E}" srcOrd="2" destOrd="0" presId="urn:microsoft.com/office/officeart/2018/2/layout/IconCircleList"/>
    <dgm:cxn modelId="{6F21C1C9-3185-4BDE-823A-3A4B47342AE9}" type="presParOf" srcId="{860922A0-6B10-4E18-AD81-44B2B17CF1E5}" destId="{24DE635D-DBE2-4A54-B2D9-82B75EBACF96}" srcOrd="3" destOrd="0" presId="urn:microsoft.com/office/officeart/2018/2/layout/IconCircleList"/>
    <dgm:cxn modelId="{220C72D6-FD50-4815-B5FE-29E097D55178}" type="presParOf" srcId="{0D8CEC2F-F45C-4311-9442-A29747A6251B}" destId="{AD20E068-DF86-4EBE-BD33-1A432DC1544E}" srcOrd="1" destOrd="0" presId="urn:microsoft.com/office/officeart/2018/2/layout/IconCircleList"/>
    <dgm:cxn modelId="{6A1C3E27-CDC3-4D2A-9FCB-3DFCF3248545}" type="presParOf" srcId="{0D8CEC2F-F45C-4311-9442-A29747A6251B}" destId="{F0FBB1B6-2C5C-45BA-9E1A-267729F23ED3}" srcOrd="2" destOrd="0" presId="urn:microsoft.com/office/officeart/2018/2/layout/IconCircleList"/>
    <dgm:cxn modelId="{A0CFE4B9-015A-4281-9B62-295D0B3FB178}" type="presParOf" srcId="{F0FBB1B6-2C5C-45BA-9E1A-267729F23ED3}" destId="{D7395665-BBFC-45FD-BB67-DB9E720CA3A3}" srcOrd="0" destOrd="0" presId="urn:microsoft.com/office/officeart/2018/2/layout/IconCircleList"/>
    <dgm:cxn modelId="{79C315BD-75E6-40D8-8C75-730CCB22CE5C}" type="presParOf" srcId="{F0FBB1B6-2C5C-45BA-9E1A-267729F23ED3}" destId="{5A425FF6-8B63-4606-9E2E-6B4C2B7785B5}" srcOrd="1" destOrd="0" presId="urn:microsoft.com/office/officeart/2018/2/layout/IconCircleList"/>
    <dgm:cxn modelId="{9D107E67-01D1-4E08-A8CB-CD370F6CB0F6}" type="presParOf" srcId="{F0FBB1B6-2C5C-45BA-9E1A-267729F23ED3}" destId="{90292EB8-F58F-43E7-9B57-6F4817423B3B}" srcOrd="2" destOrd="0" presId="urn:microsoft.com/office/officeart/2018/2/layout/IconCircleList"/>
    <dgm:cxn modelId="{AAA1A3CD-4BF5-4EB5-861C-5169FC053076}" type="presParOf" srcId="{F0FBB1B6-2C5C-45BA-9E1A-267729F23ED3}" destId="{946DD236-54F5-4A26-8601-4C0CD54F2D63}" srcOrd="3" destOrd="0" presId="urn:microsoft.com/office/officeart/2018/2/layout/IconCircleList"/>
    <dgm:cxn modelId="{CE71AF6D-410E-4F19-B294-A95672064167}" type="presParOf" srcId="{0D8CEC2F-F45C-4311-9442-A29747A6251B}" destId="{8F1DC01D-7E56-4844-BCD4-F1BB2BC03A1D}" srcOrd="3" destOrd="0" presId="urn:microsoft.com/office/officeart/2018/2/layout/IconCircleList"/>
    <dgm:cxn modelId="{3017FDCE-C0B0-40EF-9A28-895E06E7E70B}" type="presParOf" srcId="{0D8CEC2F-F45C-4311-9442-A29747A6251B}" destId="{59FEE241-BD83-4113-A14A-D430F1784DA3}" srcOrd="4" destOrd="0" presId="urn:microsoft.com/office/officeart/2018/2/layout/IconCircleList"/>
    <dgm:cxn modelId="{DFE0FE1D-99F4-4995-BCE8-E1C67055BD35}" type="presParOf" srcId="{59FEE241-BD83-4113-A14A-D430F1784DA3}" destId="{B2AF5017-0D5E-446A-BB37-F2926F8CEF55}" srcOrd="0" destOrd="0" presId="urn:microsoft.com/office/officeart/2018/2/layout/IconCircleList"/>
    <dgm:cxn modelId="{1E1FFF1C-2DAE-4E68-9F28-2B247D9EC4A0}" type="presParOf" srcId="{59FEE241-BD83-4113-A14A-D430F1784DA3}" destId="{B9C9B704-691E-4DFF-8DA1-335878F1C08D}" srcOrd="1" destOrd="0" presId="urn:microsoft.com/office/officeart/2018/2/layout/IconCircleList"/>
    <dgm:cxn modelId="{C4E6CEC2-F715-451E-811A-C8376170E2FD}" type="presParOf" srcId="{59FEE241-BD83-4113-A14A-D430F1784DA3}" destId="{8CEA9F28-B966-4931-BCAA-4F01CDB44F89}" srcOrd="2" destOrd="0" presId="urn:microsoft.com/office/officeart/2018/2/layout/IconCircleList"/>
    <dgm:cxn modelId="{61AB4784-B634-4123-A3A4-D9A93907A698}" type="presParOf" srcId="{59FEE241-BD83-4113-A14A-D430F1784DA3}" destId="{370C2DD9-39F0-4D9E-A328-0F43B8C6B657}" srcOrd="3" destOrd="0" presId="urn:microsoft.com/office/officeart/2018/2/layout/IconCircleList"/>
    <dgm:cxn modelId="{F11C4D0A-D741-4DAC-83D2-99631F0DE073}" type="presParOf" srcId="{0D8CEC2F-F45C-4311-9442-A29747A6251B}" destId="{836828A9-96BE-403D-AA16-F86F503C9FB8}" srcOrd="5" destOrd="0" presId="urn:microsoft.com/office/officeart/2018/2/layout/IconCircleList"/>
    <dgm:cxn modelId="{5528CA0E-DD98-4902-9C9A-E4F7BBB24026}" type="presParOf" srcId="{0D8CEC2F-F45C-4311-9442-A29747A6251B}" destId="{FD0AFAD1-0419-4062-B56C-04F410FAFCEF}" srcOrd="6" destOrd="0" presId="urn:microsoft.com/office/officeart/2018/2/layout/IconCircleList"/>
    <dgm:cxn modelId="{8A010A02-576B-45D1-B887-02A4818EA5ED}" type="presParOf" srcId="{FD0AFAD1-0419-4062-B56C-04F410FAFCEF}" destId="{9080EE62-C387-438A-B655-4EC880FB4A80}" srcOrd="0" destOrd="0" presId="urn:microsoft.com/office/officeart/2018/2/layout/IconCircleList"/>
    <dgm:cxn modelId="{4D8CD20C-4150-4412-ABC7-754DA2888BB9}" type="presParOf" srcId="{FD0AFAD1-0419-4062-B56C-04F410FAFCEF}" destId="{24F4A59F-1938-4D98-A1F9-D27586F724BC}" srcOrd="1" destOrd="0" presId="urn:microsoft.com/office/officeart/2018/2/layout/IconCircleList"/>
    <dgm:cxn modelId="{4E2741F2-75DC-4C53-A238-6E6E60EEB199}" type="presParOf" srcId="{FD0AFAD1-0419-4062-B56C-04F410FAFCEF}" destId="{5FB5BFF1-1664-4684-90AF-FF5550156FBD}" srcOrd="2" destOrd="0" presId="urn:microsoft.com/office/officeart/2018/2/layout/IconCircleList"/>
    <dgm:cxn modelId="{5AE02F7A-4489-4154-9771-3ED95A8C70DF}" type="presParOf" srcId="{FD0AFAD1-0419-4062-B56C-04F410FAFCEF}" destId="{CE7B1217-F75F-4801-B1D2-78CDE84BBAD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DFC6EC-2A63-468F-B001-60AE8622A8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62AE2B-44E8-4C60-87CD-1C6F9A94FA4D}">
      <dgm:prSet/>
      <dgm:spPr/>
      <dgm:t>
        <a:bodyPr/>
        <a:lstStyle/>
        <a:p>
          <a:r>
            <a:rPr lang="en-US"/>
            <a:t>KT01: Delivery Models</a:t>
          </a:r>
        </a:p>
      </dgm:t>
    </dgm:pt>
    <dgm:pt modelId="{0D8D80BF-A035-4295-8EBA-39F6591EA6B6}" type="parTrans" cxnId="{5B67B4AE-9FFC-4D5F-8C76-D23F2A584869}">
      <dgm:prSet/>
      <dgm:spPr/>
      <dgm:t>
        <a:bodyPr/>
        <a:lstStyle/>
        <a:p>
          <a:endParaRPr lang="en-US"/>
        </a:p>
      </dgm:t>
    </dgm:pt>
    <dgm:pt modelId="{22B6BEA8-B854-48C9-ACB6-EBEFBA63414F}" type="sibTrans" cxnId="{5B67B4AE-9FFC-4D5F-8C76-D23F2A584869}">
      <dgm:prSet/>
      <dgm:spPr/>
      <dgm:t>
        <a:bodyPr/>
        <a:lstStyle/>
        <a:p>
          <a:endParaRPr lang="en-US"/>
        </a:p>
      </dgm:t>
    </dgm:pt>
    <dgm:pt modelId="{CA9A1BED-1FFB-4272-8196-87374DDEDFEF}">
      <dgm:prSet/>
      <dgm:spPr/>
      <dgm:t>
        <a:bodyPr/>
        <a:lstStyle/>
        <a:p>
          <a:r>
            <a:rPr lang="en-US"/>
            <a:t>KT02: Planning and Scheduling Work-Based Learning</a:t>
          </a:r>
        </a:p>
      </dgm:t>
    </dgm:pt>
    <dgm:pt modelId="{5AD938A3-EA04-4DDD-9204-A5694831A310}" type="parTrans" cxnId="{38B3CA9D-ACCD-4FD8-A38F-622497656AD3}">
      <dgm:prSet/>
      <dgm:spPr/>
      <dgm:t>
        <a:bodyPr/>
        <a:lstStyle/>
        <a:p>
          <a:endParaRPr lang="en-US"/>
        </a:p>
      </dgm:t>
    </dgm:pt>
    <dgm:pt modelId="{8653EF52-E9B3-42FC-BC2F-74E6CE6E5E1B}" type="sibTrans" cxnId="{38B3CA9D-ACCD-4FD8-A38F-622497656AD3}">
      <dgm:prSet/>
      <dgm:spPr/>
      <dgm:t>
        <a:bodyPr/>
        <a:lstStyle/>
        <a:p>
          <a:endParaRPr lang="en-US"/>
        </a:p>
      </dgm:t>
    </dgm:pt>
    <dgm:pt modelId="{B873CF18-51E9-4DA4-9A1B-D583493084D6}">
      <dgm:prSet/>
      <dgm:spPr/>
      <dgm:t>
        <a:bodyPr/>
        <a:lstStyle/>
        <a:p>
          <a:r>
            <a:rPr lang="en-US"/>
            <a:t>KT03: Facilitation of Work-Based Learning</a:t>
          </a:r>
        </a:p>
      </dgm:t>
    </dgm:pt>
    <dgm:pt modelId="{64C8660B-64B1-46F3-9FCE-CCA65779F35D}" type="parTrans" cxnId="{651DBED9-EEAA-44B9-AD75-A2B4C023B0E6}">
      <dgm:prSet/>
      <dgm:spPr/>
      <dgm:t>
        <a:bodyPr/>
        <a:lstStyle/>
        <a:p>
          <a:endParaRPr lang="en-US"/>
        </a:p>
      </dgm:t>
    </dgm:pt>
    <dgm:pt modelId="{ACF9412F-529B-46CE-99AB-63E6326F96C0}" type="sibTrans" cxnId="{651DBED9-EEAA-44B9-AD75-A2B4C023B0E6}">
      <dgm:prSet/>
      <dgm:spPr/>
      <dgm:t>
        <a:bodyPr/>
        <a:lstStyle/>
        <a:p>
          <a:endParaRPr lang="en-US"/>
        </a:p>
      </dgm:t>
    </dgm:pt>
    <dgm:pt modelId="{1546459A-669A-4D97-9C1D-580D30DE8077}">
      <dgm:prSet/>
      <dgm:spPr/>
      <dgm:t>
        <a:bodyPr/>
        <a:lstStyle/>
        <a:p>
          <a:r>
            <a:rPr lang="en-US"/>
            <a:t>KT04: Evaluation of Learner Progression</a:t>
          </a:r>
        </a:p>
      </dgm:t>
    </dgm:pt>
    <dgm:pt modelId="{858DA221-C597-47C7-8AFB-F49D20476911}" type="parTrans" cxnId="{2CF6E5C0-C208-4E42-A35D-6D6116CD93B2}">
      <dgm:prSet/>
      <dgm:spPr/>
      <dgm:t>
        <a:bodyPr/>
        <a:lstStyle/>
        <a:p>
          <a:endParaRPr lang="en-US"/>
        </a:p>
      </dgm:t>
    </dgm:pt>
    <dgm:pt modelId="{E82445D5-B2CC-4068-81BD-5A3BBE8AF7C5}" type="sibTrans" cxnId="{2CF6E5C0-C208-4E42-A35D-6D6116CD93B2}">
      <dgm:prSet/>
      <dgm:spPr/>
      <dgm:t>
        <a:bodyPr/>
        <a:lstStyle/>
        <a:p>
          <a:endParaRPr lang="en-US"/>
        </a:p>
      </dgm:t>
    </dgm:pt>
    <dgm:pt modelId="{2E7DA21C-CC84-4741-A389-5FD9D4FC2395}" type="pres">
      <dgm:prSet presAssocID="{19DFC6EC-2A63-468F-B001-60AE8622A8BB}" presName="root" presStyleCnt="0">
        <dgm:presLayoutVars>
          <dgm:dir/>
          <dgm:resizeHandles val="exact"/>
        </dgm:presLayoutVars>
      </dgm:prSet>
      <dgm:spPr/>
    </dgm:pt>
    <dgm:pt modelId="{2C6B084E-A9E0-49A1-8811-CA036F5E8C9E}" type="pres">
      <dgm:prSet presAssocID="{1762AE2B-44E8-4C60-87CD-1C6F9A94FA4D}" presName="compNode" presStyleCnt="0"/>
      <dgm:spPr/>
    </dgm:pt>
    <dgm:pt modelId="{F6674ABB-28BA-4B31-A02A-790EB1748F13}" type="pres">
      <dgm:prSet presAssocID="{1762AE2B-44E8-4C60-87CD-1C6F9A94FA4D}" presName="bgRect" presStyleLbl="bgShp" presStyleIdx="0" presStyleCnt="4"/>
      <dgm:spPr/>
    </dgm:pt>
    <dgm:pt modelId="{E352C1CE-DC4F-46CB-B45E-2E7AAD881C05}" type="pres">
      <dgm:prSet presAssocID="{1762AE2B-44E8-4C60-87CD-1C6F9A94FA4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7F62656E-26D3-4A54-9602-EA626485BEC7}" type="pres">
      <dgm:prSet presAssocID="{1762AE2B-44E8-4C60-87CD-1C6F9A94FA4D}" presName="spaceRect" presStyleCnt="0"/>
      <dgm:spPr/>
    </dgm:pt>
    <dgm:pt modelId="{01ABD286-76AF-44BC-94A6-36CF4FFB5780}" type="pres">
      <dgm:prSet presAssocID="{1762AE2B-44E8-4C60-87CD-1C6F9A94FA4D}" presName="parTx" presStyleLbl="revTx" presStyleIdx="0" presStyleCnt="4">
        <dgm:presLayoutVars>
          <dgm:chMax val="0"/>
          <dgm:chPref val="0"/>
        </dgm:presLayoutVars>
      </dgm:prSet>
      <dgm:spPr/>
    </dgm:pt>
    <dgm:pt modelId="{7065DC63-B2AA-4A80-985A-FC288B8CB723}" type="pres">
      <dgm:prSet presAssocID="{22B6BEA8-B854-48C9-ACB6-EBEFBA63414F}" presName="sibTrans" presStyleCnt="0"/>
      <dgm:spPr/>
    </dgm:pt>
    <dgm:pt modelId="{10E654E7-DF1B-49EB-A1C1-D5E019F7064B}" type="pres">
      <dgm:prSet presAssocID="{CA9A1BED-1FFB-4272-8196-87374DDEDFEF}" presName="compNode" presStyleCnt="0"/>
      <dgm:spPr/>
    </dgm:pt>
    <dgm:pt modelId="{C606FEAA-A03D-4E87-9CA9-90916A307D5F}" type="pres">
      <dgm:prSet presAssocID="{CA9A1BED-1FFB-4272-8196-87374DDEDFEF}" presName="bgRect" presStyleLbl="bgShp" presStyleIdx="1" presStyleCnt="4"/>
      <dgm:spPr/>
    </dgm:pt>
    <dgm:pt modelId="{C3E14680-4F8A-4B98-835F-4C6DCBE1C379}" type="pres">
      <dgm:prSet presAssocID="{CA9A1BED-1FFB-4272-8196-87374DDEDFE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270212B8-39D4-42C2-AABE-F55A1D96EB73}" type="pres">
      <dgm:prSet presAssocID="{CA9A1BED-1FFB-4272-8196-87374DDEDFEF}" presName="spaceRect" presStyleCnt="0"/>
      <dgm:spPr/>
    </dgm:pt>
    <dgm:pt modelId="{FC4E6B44-127F-470D-B335-341B26318884}" type="pres">
      <dgm:prSet presAssocID="{CA9A1BED-1FFB-4272-8196-87374DDEDFEF}" presName="parTx" presStyleLbl="revTx" presStyleIdx="1" presStyleCnt="4">
        <dgm:presLayoutVars>
          <dgm:chMax val="0"/>
          <dgm:chPref val="0"/>
        </dgm:presLayoutVars>
      </dgm:prSet>
      <dgm:spPr/>
    </dgm:pt>
    <dgm:pt modelId="{F0BCD36C-D55E-44BE-A5B3-1D478677CFAF}" type="pres">
      <dgm:prSet presAssocID="{8653EF52-E9B3-42FC-BC2F-74E6CE6E5E1B}" presName="sibTrans" presStyleCnt="0"/>
      <dgm:spPr/>
    </dgm:pt>
    <dgm:pt modelId="{2CE3320F-9DA4-4578-8CF4-0CA255D6BA36}" type="pres">
      <dgm:prSet presAssocID="{B873CF18-51E9-4DA4-9A1B-D583493084D6}" presName="compNode" presStyleCnt="0"/>
      <dgm:spPr/>
    </dgm:pt>
    <dgm:pt modelId="{58B0B1D8-D6CA-40AC-AD60-EF72BF885EB2}" type="pres">
      <dgm:prSet presAssocID="{B873CF18-51E9-4DA4-9A1B-D583493084D6}" presName="bgRect" presStyleLbl="bgShp" presStyleIdx="2" presStyleCnt="4"/>
      <dgm:spPr/>
    </dgm:pt>
    <dgm:pt modelId="{B0581BBE-79BF-4371-A0C9-0487850392D6}" type="pres">
      <dgm:prSet presAssocID="{B873CF18-51E9-4DA4-9A1B-D583493084D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EBC387F-1EBA-4160-A84B-0354DC8961F5}" type="pres">
      <dgm:prSet presAssocID="{B873CF18-51E9-4DA4-9A1B-D583493084D6}" presName="spaceRect" presStyleCnt="0"/>
      <dgm:spPr/>
    </dgm:pt>
    <dgm:pt modelId="{532D8CE4-D236-4D39-84A5-778CA2C5AB41}" type="pres">
      <dgm:prSet presAssocID="{B873CF18-51E9-4DA4-9A1B-D583493084D6}" presName="parTx" presStyleLbl="revTx" presStyleIdx="2" presStyleCnt="4">
        <dgm:presLayoutVars>
          <dgm:chMax val="0"/>
          <dgm:chPref val="0"/>
        </dgm:presLayoutVars>
      </dgm:prSet>
      <dgm:spPr/>
    </dgm:pt>
    <dgm:pt modelId="{DE5B5E3C-C013-4B0E-8146-944DA507531F}" type="pres">
      <dgm:prSet presAssocID="{ACF9412F-529B-46CE-99AB-63E6326F96C0}" presName="sibTrans" presStyleCnt="0"/>
      <dgm:spPr/>
    </dgm:pt>
    <dgm:pt modelId="{FBA2D17E-7F93-421B-8E11-FB98563902DD}" type="pres">
      <dgm:prSet presAssocID="{1546459A-669A-4D97-9C1D-580D30DE8077}" presName="compNode" presStyleCnt="0"/>
      <dgm:spPr/>
    </dgm:pt>
    <dgm:pt modelId="{DC697946-D340-4A63-A039-3F6980E145FB}" type="pres">
      <dgm:prSet presAssocID="{1546459A-669A-4D97-9C1D-580D30DE8077}" presName="bgRect" presStyleLbl="bgShp" presStyleIdx="3" presStyleCnt="4"/>
      <dgm:spPr/>
    </dgm:pt>
    <dgm:pt modelId="{DF418654-C1B7-4617-B547-E28FE99DA2DA}" type="pres">
      <dgm:prSet presAssocID="{1546459A-669A-4D97-9C1D-580D30DE807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A64FB7A7-BFAB-4F56-B771-0E3DA75828C5}" type="pres">
      <dgm:prSet presAssocID="{1546459A-669A-4D97-9C1D-580D30DE8077}" presName="spaceRect" presStyleCnt="0"/>
      <dgm:spPr/>
    </dgm:pt>
    <dgm:pt modelId="{1EBD369A-7364-4C5B-9B21-2B94325181AC}" type="pres">
      <dgm:prSet presAssocID="{1546459A-669A-4D97-9C1D-580D30DE80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4954E53-EDCB-4C38-B671-59223956111D}" type="presOf" srcId="{19DFC6EC-2A63-468F-B001-60AE8622A8BB}" destId="{2E7DA21C-CC84-4741-A389-5FD9D4FC2395}" srcOrd="0" destOrd="0" presId="urn:microsoft.com/office/officeart/2018/2/layout/IconVerticalSolidList"/>
    <dgm:cxn modelId="{36E63478-293E-426B-814B-118D3C75FEC4}" type="presOf" srcId="{1762AE2B-44E8-4C60-87CD-1C6F9A94FA4D}" destId="{01ABD286-76AF-44BC-94A6-36CF4FFB5780}" srcOrd="0" destOrd="0" presId="urn:microsoft.com/office/officeart/2018/2/layout/IconVerticalSolidList"/>
    <dgm:cxn modelId="{06F08D91-7DD7-41F6-ABBC-59101A86E5AE}" type="presOf" srcId="{1546459A-669A-4D97-9C1D-580D30DE8077}" destId="{1EBD369A-7364-4C5B-9B21-2B94325181AC}" srcOrd="0" destOrd="0" presId="urn:microsoft.com/office/officeart/2018/2/layout/IconVerticalSolidList"/>
    <dgm:cxn modelId="{38B3CA9D-ACCD-4FD8-A38F-622497656AD3}" srcId="{19DFC6EC-2A63-468F-B001-60AE8622A8BB}" destId="{CA9A1BED-1FFB-4272-8196-87374DDEDFEF}" srcOrd="1" destOrd="0" parTransId="{5AD938A3-EA04-4DDD-9204-A5694831A310}" sibTransId="{8653EF52-E9B3-42FC-BC2F-74E6CE6E5E1B}"/>
    <dgm:cxn modelId="{5B67B4AE-9FFC-4D5F-8C76-D23F2A584869}" srcId="{19DFC6EC-2A63-468F-B001-60AE8622A8BB}" destId="{1762AE2B-44E8-4C60-87CD-1C6F9A94FA4D}" srcOrd="0" destOrd="0" parTransId="{0D8D80BF-A035-4295-8EBA-39F6591EA6B6}" sibTransId="{22B6BEA8-B854-48C9-ACB6-EBEFBA63414F}"/>
    <dgm:cxn modelId="{737BB3B5-8C66-4F6D-845C-61581F99F456}" type="presOf" srcId="{CA9A1BED-1FFB-4272-8196-87374DDEDFEF}" destId="{FC4E6B44-127F-470D-B335-341B26318884}" srcOrd="0" destOrd="0" presId="urn:microsoft.com/office/officeart/2018/2/layout/IconVerticalSolidList"/>
    <dgm:cxn modelId="{2CF6E5C0-C208-4E42-A35D-6D6116CD93B2}" srcId="{19DFC6EC-2A63-468F-B001-60AE8622A8BB}" destId="{1546459A-669A-4D97-9C1D-580D30DE8077}" srcOrd="3" destOrd="0" parTransId="{858DA221-C597-47C7-8AFB-F49D20476911}" sibTransId="{E82445D5-B2CC-4068-81BD-5A3BBE8AF7C5}"/>
    <dgm:cxn modelId="{DD0667D5-0232-4F2F-B883-71ACB49295CF}" type="presOf" srcId="{B873CF18-51E9-4DA4-9A1B-D583493084D6}" destId="{532D8CE4-D236-4D39-84A5-778CA2C5AB41}" srcOrd="0" destOrd="0" presId="urn:microsoft.com/office/officeart/2018/2/layout/IconVerticalSolidList"/>
    <dgm:cxn modelId="{651DBED9-EEAA-44B9-AD75-A2B4C023B0E6}" srcId="{19DFC6EC-2A63-468F-B001-60AE8622A8BB}" destId="{B873CF18-51E9-4DA4-9A1B-D583493084D6}" srcOrd="2" destOrd="0" parTransId="{64C8660B-64B1-46F3-9FCE-CCA65779F35D}" sibTransId="{ACF9412F-529B-46CE-99AB-63E6326F96C0}"/>
    <dgm:cxn modelId="{708EB0F0-2D0D-446E-B956-976F5402DDA4}" type="presParOf" srcId="{2E7DA21C-CC84-4741-A389-5FD9D4FC2395}" destId="{2C6B084E-A9E0-49A1-8811-CA036F5E8C9E}" srcOrd="0" destOrd="0" presId="urn:microsoft.com/office/officeart/2018/2/layout/IconVerticalSolidList"/>
    <dgm:cxn modelId="{F7E59112-EDEB-49ED-8D5A-6432F0BA05C7}" type="presParOf" srcId="{2C6B084E-A9E0-49A1-8811-CA036F5E8C9E}" destId="{F6674ABB-28BA-4B31-A02A-790EB1748F13}" srcOrd="0" destOrd="0" presId="urn:microsoft.com/office/officeart/2018/2/layout/IconVerticalSolidList"/>
    <dgm:cxn modelId="{21F9E4D6-B539-4C1E-9A3D-037F854EF384}" type="presParOf" srcId="{2C6B084E-A9E0-49A1-8811-CA036F5E8C9E}" destId="{E352C1CE-DC4F-46CB-B45E-2E7AAD881C05}" srcOrd="1" destOrd="0" presId="urn:microsoft.com/office/officeart/2018/2/layout/IconVerticalSolidList"/>
    <dgm:cxn modelId="{168B14B8-29E9-47F0-83D8-2D2210809A90}" type="presParOf" srcId="{2C6B084E-A9E0-49A1-8811-CA036F5E8C9E}" destId="{7F62656E-26D3-4A54-9602-EA626485BEC7}" srcOrd="2" destOrd="0" presId="urn:microsoft.com/office/officeart/2018/2/layout/IconVerticalSolidList"/>
    <dgm:cxn modelId="{2958DBC3-40DE-4A8F-824F-2B5E210F50D1}" type="presParOf" srcId="{2C6B084E-A9E0-49A1-8811-CA036F5E8C9E}" destId="{01ABD286-76AF-44BC-94A6-36CF4FFB5780}" srcOrd="3" destOrd="0" presId="urn:microsoft.com/office/officeart/2018/2/layout/IconVerticalSolidList"/>
    <dgm:cxn modelId="{9D323148-7A19-4669-9CF8-C967C183313F}" type="presParOf" srcId="{2E7DA21C-CC84-4741-A389-5FD9D4FC2395}" destId="{7065DC63-B2AA-4A80-985A-FC288B8CB723}" srcOrd="1" destOrd="0" presId="urn:microsoft.com/office/officeart/2018/2/layout/IconVerticalSolidList"/>
    <dgm:cxn modelId="{66485E9D-B2C2-452E-BB8A-A3F80B2BAD81}" type="presParOf" srcId="{2E7DA21C-CC84-4741-A389-5FD9D4FC2395}" destId="{10E654E7-DF1B-49EB-A1C1-D5E019F7064B}" srcOrd="2" destOrd="0" presId="urn:microsoft.com/office/officeart/2018/2/layout/IconVerticalSolidList"/>
    <dgm:cxn modelId="{3F9C6E92-C262-4721-B542-7E209E6D8D5C}" type="presParOf" srcId="{10E654E7-DF1B-49EB-A1C1-D5E019F7064B}" destId="{C606FEAA-A03D-4E87-9CA9-90916A307D5F}" srcOrd="0" destOrd="0" presId="urn:microsoft.com/office/officeart/2018/2/layout/IconVerticalSolidList"/>
    <dgm:cxn modelId="{9548C7C3-40B0-483C-9E53-62D112125DDC}" type="presParOf" srcId="{10E654E7-DF1B-49EB-A1C1-D5E019F7064B}" destId="{C3E14680-4F8A-4B98-835F-4C6DCBE1C379}" srcOrd="1" destOrd="0" presId="urn:microsoft.com/office/officeart/2018/2/layout/IconVerticalSolidList"/>
    <dgm:cxn modelId="{6671F472-08EB-4DC6-A05A-1A1416B020DD}" type="presParOf" srcId="{10E654E7-DF1B-49EB-A1C1-D5E019F7064B}" destId="{270212B8-39D4-42C2-AABE-F55A1D96EB73}" srcOrd="2" destOrd="0" presId="urn:microsoft.com/office/officeart/2018/2/layout/IconVerticalSolidList"/>
    <dgm:cxn modelId="{D5F1290F-48F5-46A1-A437-21495F4DCAD5}" type="presParOf" srcId="{10E654E7-DF1B-49EB-A1C1-D5E019F7064B}" destId="{FC4E6B44-127F-470D-B335-341B26318884}" srcOrd="3" destOrd="0" presId="urn:microsoft.com/office/officeart/2018/2/layout/IconVerticalSolidList"/>
    <dgm:cxn modelId="{61B22AC3-05BD-46FB-BBF2-2D93DE8599AC}" type="presParOf" srcId="{2E7DA21C-CC84-4741-A389-5FD9D4FC2395}" destId="{F0BCD36C-D55E-44BE-A5B3-1D478677CFAF}" srcOrd="3" destOrd="0" presId="urn:microsoft.com/office/officeart/2018/2/layout/IconVerticalSolidList"/>
    <dgm:cxn modelId="{5417C01D-0240-4310-8573-54E13AEFD9ED}" type="presParOf" srcId="{2E7DA21C-CC84-4741-A389-5FD9D4FC2395}" destId="{2CE3320F-9DA4-4578-8CF4-0CA255D6BA36}" srcOrd="4" destOrd="0" presId="urn:microsoft.com/office/officeart/2018/2/layout/IconVerticalSolidList"/>
    <dgm:cxn modelId="{C49A5950-2A96-45BE-A953-24B94797F346}" type="presParOf" srcId="{2CE3320F-9DA4-4578-8CF4-0CA255D6BA36}" destId="{58B0B1D8-D6CA-40AC-AD60-EF72BF885EB2}" srcOrd="0" destOrd="0" presId="urn:microsoft.com/office/officeart/2018/2/layout/IconVerticalSolidList"/>
    <dgm:cxn modelId="{1AB0761C-40FC-4A1D-8002-B4B0343280F0}" type="presParOf" srcId="{2CE3320F-9DA4-4578-8CF4-0CA255D6BA36}" destId="{B0581BBE-79BF-4371-A0C9-0487850392D6}" srcOrd="1" destOrd="0" presId="urn:microsoft.com/office/officeart/2018/2/layout/IconVerticalSolidList"/>
    <dgm:cxn modelId="{2875F31A-60DE-4058-9DB8-DD848574B0C6}" type="presParOf" srcId="{2CE3320F-9DA4-4578-8CF4-0CA255D6BA36}" destId="{DEBC387F-1EBA-4160-A84B-0354DC8961F5}" srcOrd="2" destOrd="0" presId="urn:microsoft.com/office/officeart/2018/2/layout/IconVerticalSolidList"/>
    <dgm:cxn modelId="{B2890CF6-BF54-4C80-ABD7-85C2142B44FE}" type="presParOf" srcId="{2CE3320F-9DA4-4578-8CF4-0CA255D6BA36}" destId="{532D8CE4-D236-4D39-84A5-778CA2C5AB41}" srcOrd="3" destOrd="0" presId="urn:microsoft.com/office/officeart/2018/2/layout/IconVerticalSolidList"/>
    <dgm:cxn modelId="{28691278-9F7F-438C-9AE2-6A2A2FEEBE90}" type="presParOf" srcId="{2E7DA21C-CC84-4741-A389-5FD9D4FC2395}" destId="{DE5B5E3C-C013-4B0E-8146-944DA507531F}" srcOrd="5" destOrd="0" presId="urn:microsoft.com/office/officeart/2018/2/layout/IconVerticalSolidList"/>
    <dgm:cxn modelId="{1CF926D7-2CD5-40F1-84CD-3118DE37E532}" type="presParOf" srcId="{2E7DA21C-CC84-4741-A389-5FD9D4FC2395}" destId="{FBA2D17E-7F93-421B-8E11-FB98563902DD}" srcOrd="6" destOrd="0" presId="urn:microsoft.com/office/officeart/2018/2/layout/IconVerticalSolidList"/>
    <dgm:cxn modelId="{50F1B6A6-8DB7-436A-B034-13BD0E836907}" type="presParOf" srcId="{FBA2D17E-7F93-421B-8E11-FB98563902DD}" destId="{DC697946-D340-4A63-A039-3F6980E145FB}" srcOrd="0" destOrd="0" presId="urn:microsoft.com/office/officeart/2018/2/layout/IconVerticalSolidList"/>
    <dgm:cxn modelId="{891C4353-41DB-420D-983B-071007CED426}" type="presParOf" srcId="{FBA2D17E-7F93-421B-8E11-FB98563902DD}" destId="{DF418654-C1B7-4617-B547-E28FE99DA2DA}" srcOrd="1" destOrd="0" presId="urn:microsoft.com/office/officeart/2018/2/layout/IconVerticalSolidList"/>
    <dgm:cxn modelId="{CB5DD334-9A80-4215-BA5E-37444BA49A77}" type="presParOf" srcId="{FBA2D17E-7F93-421B-8E11-FB98563902DD}" destId="{A64FB7A7-BFAB-4F56-B771-0E3DA75828C5}" srcOrd="2" destOrd="0" presId="urn:microsoft.com/office/officeart/2018/2/layout/IconVerticalSolidList"/>
    <dgm:cxn modelId="{40B61D54-1B1B-4582-8054-24248AB942FF}" type="presParOf" srcId="{FBA2D17E-7F93-421B-8E11-FB98563902DD}" destId="{1EBD369A-7364-4C5B-9B21-2B94325181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F0E3B0-9D0B-42C3-865C-8690FC523E19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F173D3-3490-4210-8236-39C9B5B6A448}">
      <dgm:prSet/>
      <dgm:spPr/>
      <dgm:t>
        <a:bodyPr/>
        <a:lstStyle/>
        <a:p>
          <a:r>
            <a:rPr lang="en-US"/>
            <a:t>Provide</a:t>
          </a:r>
        </a:p>
      </dgm:t>
    </dgm:pt>
    <dgm:pt modelId="{AB15487A-A742-476A-8878-7DE2EE87C387}" type="parTrans" cxnId="{904FC44B-F1F1-41EC-9BB3-15A778574BC2}">
      <dgm:prSet/>
      <dgm:spPr/>
      <dgm:t>
        <a:bodyPr/>
        <a:lstStyle/>
        <a:p>
          <a:endParaRPr lang="en-US"/>
        </a:p>
      </dgm:t>
    </dgm:pt>
    <dgm:pt modelId="{E1944CCB-1226-4323-9784-2AE626E7E806}" type="sibTrans" cxnId="{904FC44B-F1F1-41EC-9BB3-15A778574BC2}">
      <dgm:prSet/>
      <dgm:spPr/>
      <dgm:t>
        <a:bodyPr/>
        <a:lstStyle/>
        <a:p>
          <a:endParaRPr lang="en-US"/>
        </a:p>
      </dgm:t>
    </dgm:pt>
    <dgm:pt modelId="{8C56479C-64FB-49CE-A7CF-ECF58EB6E34F}">
      <dgm:prSet/>
      <dgm:spPr/>
      <dgm:t>
        <a:bodyPr/>
        <a:lstStyle/>
        <a:p>
          <a:r>
            <a:rPr lang="en-US"/>
            <a:t>Provide practical workplace exposure</a:t>
          </a:r>
        </a:p>
      </dgm:t>
    </dgm:pt>
    <dgm:pt modelId="{19D3418F-F1BC-43F7-A07C-0E30D6689F8F}" type="parTrans" cxnId="{FE1AD0FC-730E-4BD8-8BED-722E87314A4E}">
      <dgm:prSet/>
      <dgm:spPr/>
      <dgm:t>
        <a:bodyPr/>
        <a:lstStyle/>
        <a:p>
          <a:endParaRPr lang="en-US"/>
        </a:p>
      </dgm:t>
    </dgm:pt>
    <dgm:pt modelId="{C7E0B519-EABD-4A11-9A32-3C6877904DA4}" type="sibTrans" cxnId="{FE1AD0FC-730E-4BD8-8BED-722E87314A4E}">
      <dgm:prSet/>
      <dgm:spPr/>
      <dgm:t>
        <a:bodyPr/>
        <a:lstStyle/>
        <a:p>
          <a:endParaRPr lang="en-US"/>
        </a:p>
      </dgm:t>
    </dgm:pt>
    <dgm:pt modelId="{F2A96339-C684-4880-865A-5057AE59C93F}">
      <dgm:prSet/>
      <dgm:spPr/>
      <dgm:t>
        <a:bodyPr/>
        <a:lstStyle/>
        <a:p>
          <a:r>
            <a:rPr lang="en-US"/>
            <a:t>Improve</a:t>
          </a:r>
        </a:p>
      </dgm:t>
    </dgm:pt>
    <dgm:pt modelId="{F69A6DF6-F5C5-4AEB-8AFF-029A76A7B83A}" type="parTrans" cxnId="{EE9CF0B3-3E8C-489C-874A-96978096A162}">
      <dgm:prSet/>
      <dgm:spPr/>
      <dgm:t>
        <a:bodyPr/>
        <a:lstStyle/>
        <a:p>
          <a:endParaRPr lang="en-US"/>
        </a:p>
      </dgm:t>
    </dgm:pt>
    <dgm:pt modelId="{09AB4EEC-2014-41EB-AE7C-1557CE030565}" type="sibTrans" cxnId="{EE9CF0B3-3E8C-489C-874A-96978096A162}">
      <dgm:prSet/>
      <dgm:spPr/>
      <dgm:t>
        <a:bodyPr/>
        <a:lstStyle/>
        <a:p>
          <a:endParaRPr lang="en-US"/>
        </a:p>
      </dgm:t>
    </dgm:pt>
    <dgm:pt modelId="{478D81BC-5A6B-4293-A906-FB55B4B11895}">
      <dgm:prSet/>
      <dgm:spPr/>
      <dgm:t>
        <a:bodyPr/>
        <a:lstStyle/>
        <a:p>
          <a:r>
            <a:rPr lang="en-US"/>
            <a:t>Improve graduate employability</a:t>
          </a:r>
        </a:p>
      </dgm:t>
    </dgm:pt>
    <dgm:pt modelId="{B887EF2D-D022-4CCC-AE33-6830C8E93F31}" type="parTrans" cxnId="{52B5D293-6818-421C-838E-5DA8350760BC}">
      <dgm:prSet/>
      <dgm:spPr/>
      <dgm:t>
        <a:bodyPr/>
        <a:lstStyle/>
        <a:p>
          <a:endParaRPr lang="en-US"/>
        </a:p>
      </dgm:t>
    </dgm:pt>
    <dgm:pt modelId="{3ACFA563-C5A2-4CA6-96DF-1814DD61BDDA}" type="sibTrans" cxnId="{52B5D293-6818-421C-838E-5DA8350760BC}">
      <dgm:prSet/>
      <dgm:spPr/>
      <dgm:t>
        <a:bodyPr/>
        <a:lstStyle/>
        <a:p>
          <a:endParaRPr lang="en-US"/>
        </a:p>
      </dgm:t>
    </dgm:pt>
    <dgm:pt modelId="{5E1844BA-79FB-42DB-86E2-FB3135581DFA}">
      <dgm:prSet/>
      <dgm:spPr/>
      <dgm:t>
        <a:bodyPr/>
        <a:lstStyle/>
        <a:p>
          <a:r>
            <a:rPr lang="en-US"/>
            <a:t>Develop</a:t>
          </a:r>
        </a:p>
      </dgm:t>
    </dgm:pt>
    <dgm:pt modelId="{E8CD5EFF-AD58-4982-9919-DD8C48E7D245}" type="parTrans" cxnId="{63344D38-08D9-4B17-B814-08D1B78508D7}">
      <dgm:prSet/>
      <dgm:spPr/>
      <dgm:t>
        <a:bodyPr/>
        <a:lstStyle/>
        <a:p>
          <a:endParaRPr lang="en-US"/>
        </a:p>
      </dgm:t>
    </dgm:pt>
    <dgm:pt modelId="{4A6A9E8F-9372-45C5-8F8C-5D5272830FFC}" type="sibTrans" cxnId="{63344D38-08D9-4B17-B814-08D1B78508D7}">
      <dgm:prSet/>
      <dgm:spPr/>
      <dgm:t>
        <a:bodyPr/>
        <a:lstStyle/>
        <a:p>
          <a:endParaRPr lang="en-US"/>
        </a:p>
      </dgm:t>
    </dgm:pt>
    <dgm:pt modelId="{739141BD-C07C-4B8A-B545-EBFF9CA4BEE1}">
      <dgm:prSet/>
      <dgm:spPr/>
      <dgm:t>
        <a:bodyPr/>
        <a:lstStyle/>
        <a:p>
          <a:r>
            <a:rPr lang="en-US"/>
            <a:t>Develop workplace readiness</a:t>
          </a:r>
        </a:p>
      </dgm:t>
    </dgm:pt>
    <dgm:pt modelId="{E45FA327-4509-49BB-A45C-98924AFA5CFD}" type="parTrans" cxnId="{F9482736-71E6-43D7-B809-3565AF1D0EF7}">
      <dgm:prSet/>
      <dgm:spPr/>
      <dgm:t>
        <a:bodyPr/>
        <a:lstStyle/>
        <a:p>
          <a:endParaRPr lang="en-US"/>
        </a:p>
      </dgm:t>
    </dgm:pt>
    <dgm:pt modelId="{CD97C0C1-C7EE-4E6B-B947-DFBD71073E64}" type="sibTrans" cxnId="{F9482736-71E6-43D7-B809-3565AF1D0EF7}">
      <dgm:prSet/>
      <dgm:spPr/>
      <dgm:t>
        <a:bodyPr/>
        <a:lstStyle/>
        <a:p>
          <a:endParaRPr lang="en-US"/>
        </a:p>
      </dgm:t>
    </dgm:pt>
    <dgm:pt modelId="{4FC7AF58-FCD1-4A4B-8C13-9F72E4EDADC0}">
      <dgm:prSet/>
      <dgm:spPr/>
      <dgm:t>
        <a:bodyPr/>
        <a:lstStyle/>
        <a:p>
          <a:r>
            <a:rPr lang="en-US"/>
            <a:t>Offer</a:t>
          </a:r>
        </a:p>
      </dgm:t>
    </dgm:pt>
    <dgm:pt modelId="{632F5596-A915-4A4C-A070-F86256CA35C1}" type="parTrans" cxnId="{91FA055E-B628-40D0-9183-935544CFBF37}">
      <dgm:prSet/>
      <dgm:spPr/>
      <dgm:t>
        <a:bodyPr/>
        <a:lstStyle/>
        <a:p>
          <a:endParaRPr lang="en-US"/>
        </a:p>
      </dgm:t>
    </dgm:pt>
    <dgm:pt modelId="{A1FB1C7E-C1D4-4F02-99F9-6FBD303B2C2F}" type="sibTrans" cxnId="{91FA055E-B628-40D0-9183-935544CFBF37}">
      <dgm:prSet/>
      <dgm:spPr/>
      <dgm:t>
        <a:bodyPr/>
        <a:lstStyle/>
        <a:p>
          <a:endParaRPr lang="en-US"/>
        </a:p>
      </dgm:t>
    </dgm:pt>
    <dgm:pt modelId="{29731910-5E62-423B-AB9A-96AB0A975EA6}">
      <dgm:prSet/>
      <dgm:spPr/>
      <dgm:t>
        <a:bodyPr/>
        <a:lstStyle/>
        <a:p>
          <a:r>
            <a:rPr lang="en-US"/>
            <a:t>Offer networking and career opportunities</a:t>
          </a:r>
        </a:p>
      </dgm:t>
    </dgm:pt>
    <dgm:pt modelId="{7E298D8F-EAAB-4028-A8CD-11B9DFFCBCBB}" type="parTrans" cxnId="{30E5618C-97BD-4492-AAD7-0D4116B59F85}">
      <dgm:prSet/>
      <dgm:spPr/>
      <dgm:t>
        <a:bodyPr/>
        <a:lstStyle/>
        <a:p>
          <a:endParaRPr lang="en-US"/>
        </a:p>
      </dgm:t>
    </dgm:pt>
    <dgm:pt modelId="{B3355348-5C81-4B62-9E33-0E597172438D}" type="sibTrans" cxnId="{30E5618C-97BD-4492-AAD7-0D4116B59F85}">
      <dgm:prSet/>
      <dgm:spPr/>
      <dgm:t>
        <a:bodyPr/>
        <a:lstStyle/>
        <a:p>
          <a:endParaRPr lang="en-US"/>
        </a:p>
      </dgm:t>
    </dgm:pt>
    <dgm:pt modelId="{108C168B-2A2B-4273-96BF-FDDEAEA92E7B}" type="pres">
      <dgm:prSet presAssocID="{9CF0E3B0-9D0B-42C3-865C-8690FC523E19}" presName="Name0" presStyleCnt="0">
        <dgm:presLayoutVars>
          <dgm:dir/>
          <dgm:animLvl val="lvl"/>
          <dgm:resizeHandles val="exact"/>
        </dgm:presLayoutVars>
      </dgm:prSet>
      <dgm:spPr/>
    </dgm:pt>
    <dgm:pt modelId="{375EB540-F0CF-48E0-B78E-5C8D2C085291}" type="pres">
      <dgm:prSet presAssocID="{52F173D3-3490-4210-8236-39C9B5B6A448}" presName="linNode" presStyleCnt="0"/>
      <dgm:spPr/>
    </dgm:pt>
    <dgm:pt modelId="{46B6C3A3-453D-4DCF-80E0-B731A7282D49}" type="pres">
      <dgm:prSet presAssocID="{52F173D3-3490-4210-8236-39C9B5B6A448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94E85713-9133-4566-AD70-D78A75CBBF9F}" type="pres">
      <dgm:prSet presAssocID="{52F173D3-3490-4210-8236-39C9B5B6A448}" presName="descendantText" presStyleLbl="alignNode1" presStyleIdx="0" presStyleCnt="4">
        <dgm:presLayoutVars>
          <dgm:bulletEnabled/>
        </dgm:presLayoutVars>
      </dgm:prSet>
      <dgm:spPr/>
    </dgm:pt>
    <dgm:pt modelId="{99B8C94F-3168-45E9-9015-677169C84589}" type="pres">
      <dgm:prSet presAssocID="{E1944CCB-1226-4323-9784-2AE626E7E806}" presName="sp" presStyleCnt="0"/>
      <dgm:spPr/>
    </dgm:pt>
    <dgm:pt modelId="{7CACE7A3-280E-485B-A6E9-780F4A7FFDE2}" type="pres">
      <dgm:prSet presAssocID="{F2A96339-C684-4880-865A-5057AE59C93F}" presName="linNode" presStyleCnt="0"/>
      <dgm:spPr/>
    </dgm:pt>
    <dgm:pt modelId="{0A3C2B7B-ACC9-4EEB-A713-AEEE23F93805}" type="pres">
      <dgm:prSet presAssocID="{F2A96339-C684-4880-865A-5057AE59C93F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6CA34BED-D8CA-49C3-8A82-42D6190AA13F}" type="pres">
      <dgm:prSet presAssocID="{F2A96339-C684-4880-865A-5057AE59C93F}" presName="descendantText" presStyleLbl="alignNode1" presStyleIdx="1" presStyleCnt="4">
        <dgm:presLayoutVars>
          <dgm:bulletEnabled/>
        </dgm:presLayoutVars>
      </dgm:prSet>
      <dgm:spPr/>
    </dgm:pt>
    <dgm:pt modelId="{8B0F29D6-CC5A-47C7-A663-0BB39F0D3D77}" type="pres">
      <dgm:prSet presAssocID="{09AB4EEC-2014-41EB-AE7C-1557CE030565}" presName="sp" presStyleCnt="0"/>
      <dgm:spPr/>
    </dgm:pt>
    <dgm:pt modelId="{B53F8730-398F-46A8-8C0D-38414BA8E149}" type="pres">
      <dgm:prSet presAssocID="{5E1844BA-79FB-42DB-86E2-FB3135581DFA}" presName="linNode" presStyleCnt="0"/>
      <dgm:spPr/>
    </dgm:pt>
    <dgm:pt modelId="{1507F803-EAA2-4D5E-AC5E-358335B08170}" type="pres">
      <dgm:prSet presAssocID="{5E1844BA-79FB-42DB-86E2-FB3135581DFA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54713F0F-704B-4D09-AEB8-F2AFE22AC241}" type="pres">
      <dgm:prSet presAssocID="{5E1844BA-79FB-42DB-86E2-FB3135581DFA}" presName="descendantText" presStyleLbl="alignNode1" presStyleIdx="2" presStyleCnt="4">
        <dgm:presLayoutVars>
          <dgm:bulletEnabled/>
        </dgm:presLayoutVars>
      </dgm:prSet>
      <dgm:spPr/>
    </dgm:pt>
    <dgm:pt modelId="{D769C1C7-2E0D-4D3C-8A79-AD437838B768}" type="pres">
      <dgm:prSet presAssocID="{4A6A9E8F-9372-45C5-8F8C-5D5272830FFC}" presName="sp" presStyleCnt="0"/>
      <dgm:spPr/>
    </dgm:pt>
    <dgm:pt modelId="{EB5304EF-3F4D-4AD7-89B1-024494E1150D}" type="pres">
      <dgm:prSet presAssocID="{4FC7AF58-FCD1-4A4B-8C13-9F72E4EDADC0}" presName="linNode" presStyleCnt="0"/>
      <dgm:spPr/>
    </dgm:pt>
    <dgm:pt modelId="{243987C4-02DE-44CD-B77A-6E27068C3B02}" type="pres">
      <dgm:prSet presAssocID="{4FC7AF58-FCD1-4A4B-8C13-9F72E4EDADC0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E9E14A4B-BB4F-461C-A710-DF9AA4240AFE}" type="pres">
      <dgm:prSet presAssocID="{4FC7AF58-FCD1-4A4B-8C13-9F72E4EDADC0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5DC33F1B-59A1-4A0D-9A08-127BCA2C2A2F}" type="presOf" srcId="{739141BD-C07C-4B8A-B545-EBFF9CA4BEE1}" destId="{54713F0F-704B-4D09-AEB8-F2AFE22AC241}" srcOrd="0" destOrd="0" presId="urn:microsoft.com/office/officeart/2016/7/layout/VerticalHollowActionList"/>
    <dgm:cxn modelId="{F9482736-71E6-43D7-B809-3565AF1D0EF7}" srcId="{5E1844BA-79FB-42DB-86E2-FB3135581DFA}" destId="{739141BD-C07C-4B8A-B545-EBFF9CA4BEE1}" srcOrd="0" destOrd="0" parTransId="{E45FA327-4509-49BB-A45C-98924AFA5CFD}" sibTransId="{CD97C0C1-C7EE-4E6B-B947-DFBD71073E64}"/>
    <dgm:cxn modelId="{63344D38-08D9-4B17-B814-08D1B78508D7}" srcId="{9CF0E3B0-9D0B-42C3-865C-8690FC523E19}" destId="{5E1844BA-79FB-42DB-86E2-FB3135581DFA}" srcOrd="2" destOrd="0" parTransId="{E8CD5EFF-AD58-4982-9919-DD8C48E7D245}" sibTransId="{4A6A9E8F-9372-45C5-8F8C-5D5272830FFC}"/>
    <dgm:cxn modelId="{91FA055E-B628-40D0-9183-935544CFBF37}" srcId="{9CF0E3B0-9D0B-42C3-865C-8690FC523E19}" destId="{4FC7AF58-FCD1-4A4B-8C13-9F72E4EDADC0}" srcOrd="3" destOrd="0" parTransId="{632F5596-A915-4A4C-A070-F86256CA35C1}" sibTransId="{A1FB1C7E-C1D4-4F02-99F9-6FBD303B2C2F}"/>
    <dgm:cxn modelId="{904FC44B-F1F1-41EC-9BB3-15A778574BC2}" srcId="{9CF0E3B0-9D0B-42C3-865C-8690FC523E19}" destId="{52F173D3-3490-4210-8236-39C9B5B6A448}" srcOrd="0" destOrd="0" parTransId="{AB15487A-A742-476A-8878-7DE2EE87C387}" sibTransId="{E1944CCB-1226-4323-9784-2AE626E7E806}"/>
    <dgm:cxn modelId="{7B91F44C-4932-44F9-9E87-2E5C948CA728}" type="presOf" srcId="{8C56479C-64FB-49CE-A7CF-ECF58EB6E34F}" destId="{94E85713-9133-4566-AD70-D78A75CBBF9F}" srcOrd="0" destOrd="0" presId="urn:microsoft.com/office/officeart/2016/7/layout/VerticalHollowActionList"/>
    <dgm:cxn modelId="{86BB786D-8BBA-4D00-A032-D74992CC6B4A}" type="presOf" srcId="{29731910-5E62-423B-AB9A-96AB0A975EA6}" destId="{E9E14A4B-BB4F-461C-A710-DF9AA4240AFE}" srcOrd="0" destOrd="0" presId="urn:microsoft.com/office/officeart/2016/7/layout/VerticalHollowActionList"/>
    <dgm:cxn modelId="{41824384-516C-4AE1-9933-8C8EB0FAED95}" type="presOf" srcId="{478D81BC-5A6B-4293-A906-FB55B4B11895}" destId="{6CA34BED-D8CA-49C3-8A82-42D6190AA13F}" srcOrd="0" destOrd="0" presId="urn:microsoft.com/office/officeart/2016/7/layout/VerticalHollowActionList"/>
    <dgm:cxn modelId="{30E5618C-97BD-4492-AAD7-0D4116B59F85}" srcId="{4FC7AF58-FCD1-4A4B-8C13-9F72E4EDADC0}" destId="{29731910-5E62-423B-AB9A-96AB0A975EA6}" srcOrd="0" destOrd="0" parTransId="{7E298D8F-EAAB-4028-A8CD-11B9DFFCBCBB}" sibTransId="{B3355348-5C81-4B62-9E33-0E597172438D}"/>
    <dgm:cxn modelId="{52B5D293-6818-421C-838E-5DA8350760BC}" srcId="{F2A96339-C684-4880-865A-5057AE59C93F}" destId="{478D81BC-5A6B-4293-A906-FB55B4B11895}" srcOrd="0" destOrd="0" parTransId="{B887EF2D-D022-4CCC-AE33-6830C8E93F31}" sibTransId="{3ACFA563-C5A2-4CA6-96DF-1814DD61BDDA}"/>
    <dgm:cxn modelId="{8413FE96-15EC-4040-A6C1-709EE4489432}" type="presOf" srcId="{52F173D3-3490-4210-8236-39C9B5B6A448}" destId="{46B6C3A3-453D-4DCF-80E0-B731A7282D49}" srcOrd="0" destOrd="0" presId="urn:microsoft.com/office/officeart/2016/7/layout/VerticalHollowActionList"/>
    <dgm:cxn modelId="{EE9CF0B3-3E8C-489C-874A-96978096A162}" srcId="{9CF0E3B0-9D0B-42C3-865C-8690FC523E19}" destId="{F2A96339-C684-4880-865A-5057AE59C93F}" srcOrd="1" destOrd="0" parTransId="{F69A6DF6-F5C5-4AEB-8AFF-029A76A7B83A}" sibTransId="{09AB4EEC-2014-41EB-AE7C-1557CE030565}"/>
    <dgm:cxn modelId="{1657BFB5-FC44-47E0-9821-B319F4EA914A}" type="presOf" srcId="{5E1844BA-79FB-42DB-86E2-FB3135581DFA}" destId="{1507F803-EAA2-4D5E-AC5E-358335B08170}" srcOrd="0" destOrd="0" presId="urn:microsoft.com/office/officeart/2016/7/layout/VerticalHollowActionList"/>
    <dgm:cxn modelId="{DACF40BE-DD26-48BA-B896-E51B967CA165}" type="presOf" srcId="{9CF0E3B0-9D0B-42C3-865C-8690FC523E19}" destId="{108C168B-2A2B-4273-96BF-FDDEAEA92E7B}" srcOrd="0" destOrd="0" presId="urn:microsoft.com/office/officeart/2016/7/layout/VerticalHollowActionList"/>
    <dgm:cxn modelId="{D334D6C8-213C-466C-BED9-5A8B0969449A}" type="presOf" srcId="{F2A96339-C684-4880-865A-5057AE59C93F}" destId="{0A3C2B7B-ACC9-4EEB-A713-AEEE23F93805}" srcOrd="0" destOrd="0" presId="urn:microsoft.com/office/officeart/2016/7/layout/VerticalHollowActionList"/>
    <dgm:cxn modelId="{01B6F3F8-8729-493F-863F-DEDA290BC71C}" type="presOf" srcId="{4FC7AF58-FCD1-4A4B-8C13-9F72E4EDADC0}" destId="{243987C4-02DE-44CD-B77A-6E27068C3B02}" srcOrd="0" destOrd="0" presId="urn:microsoft.com/office/officeart/2016/7/layout/VerticalHollowActionList"/>
    <dgm:cxn modelId="{FE1AD0FC-730E-4BD8-8BED-722E87314A4E}" srcId="{52F173D3-3490-4210-8236-39C9B5B6A448}" destId="{8C56479C-64FB-49CE-A7CF-ECF58EB6E34F}" srcOrd="0" destOrd="0" parTransId="{19D3418F-F1BC-43F7-A07C-0E30D6689F8F}" sibTransId="{C7E0B519-EABD-4A11-9A32-3C6877904DA4}"/>
    <dgm:cxn modelId="{9B7BA3A3-172A-4A46-A8D5-0540BC33C9F0}" type="presParOf" srcId="{108C168B-2A2B-4273-96BF-FDDEAEA92E7B}" destId="{375EB540-F0CF-48E0-B78E-5C8D2C085291}" srcOrd="0" destOrd="0" presId="urn:microsoft.com/office/officeart/2016/7/layout/VerticalHollowActionList"/>
    <dgm:cxn modelId="{F1C1DF8C-7DE2-4C64-A6F8-FBE4536E296B}" type="presParOf" srcId="{375EB540-F0CF-48E0-B78E-5C8D2C085291}" destId="{46B6C3A3-453D-4DCF-80E0-B731A7282D49}" srcOrd="0" destOrd="0" presId="urn:microsoft.com/office/officeart/2016/7/layout/VerticalHollowActionList"/>
    <dgm:cxn modelId="{99CF43D4-56C9-4D6D-8FD8-B8CE167034FC}" type="presParOf" srcId="{375EB540-F0CF-48E0-B78E-5C8D2C085291}" destId="{94E85713-9133-4566-AD70-D78A75CBBF9F}" srcOrd="1" destOrd="0" presId="urn:microsoft.com/office/officeart/2016/7/layout/VerticalHollowActionList"/>
    <dgm:cxn modelId="{D0D89ABD-9280-46C8-80B3-4C99D2B64683}" type="presParOf" srcId="{108C168B-2A2B-4273-96BF-FDDEAEA92E7B}" destId="{99B8C94F-3168-45E9-9015-677169C84589}" srcOrd="1" destOrd="0" presId="urn:microsoft.com/office/officeart/2016/7/layout/VerticalHollowActionList"/>
    <dgm:cxn modelId="{E2C83160-B380-4989-ABDD-E328991E52AA}" type="presParOf" srcId="{108C168B-2A2B-4273-96BF-FDDEAEA92E7B}" destId="{7CACE7A3-280E-485B-A6E9-780F4A7FFDE2}" srcOrd="2" destOrd="0" presId="urn:microsoft.com/office/officeart/2016/7/layout/VerticalHollowActionList"/>
    <dgm:cxn modelId="{4273D47C-F8D9-4258-A1FE-3988B7E20FBF}" type="presParOf" srcId="{7CACE7A3-280E-485B-A6E9-780F4A7FFDE2}" destId="{0A3C2B7B-ACC9-4EEB-A713-AEEE23F93805}" srcOrd="0" destOrd="0" presId="urn:microsoft.com/office/officeart/2016/7/layout/VerticalHollowActionList"/>
    <dgm:cxn modelId="{5CF5C41F-3E85-45F5-B827-BC05C4D8EC2A}" type="presParOf" srcId="{7CACE7A3-280E-485B-A6E9-780F4A7FFDE2}" destId="{6CA34BED-D8CA-49C3-8A82-42D6190AA13F}" srcOrd="1" destOrd="0" presId="urn:microsoft.com/office/officeart/2016/7/layout/VerticalHollowActionList"/>
    <dgm:cxn modelId="{879049CE-7E15-43C1-87C8-FF61AFA2835A}" type="presParOf" srcId="{108C168B-2A2B-4273-96BF-FDDEAEA92E7B}" destId="{8B0F29D6-CC5A-47C7-A663-0BB39F0D3D77}" srcOrd="3" destOrd="0" presId="urn:microsoft.com/office/officeart/2016/7/layout/VerticalHollowActionList"/>
    <dgm:cxn modelId="{C9391D9D-4519-437C-8604-3EC7D14E4727}" type="presParOf" srcId="{108C168B-2A2B-4273-96BF-FDDEAEA92E7B}" destId="{B53F8730-398F-46A8-8C0D-38414BA8E149}" srcOrd="4" destOrd="0" presId="urn:microsoft.com/office/officeart/2016/7/layout/VerticalHollowActionList"/>
    <dgm:cxn modelId="{4D91E44E-505F-45AD-A703-3CDA90018DC7}" type="presParOf" srcId="{B53F8730-398F-46A8-8C0D-38414BA8E149}" destId="{1507F803-EAA2-4D5E-AC5E-358335B08170}" srcOrd="0" destOrd="0" presId="urn:microsoft.com/office/officeart/2016/7/layout/VerticalHollowActionList"/>
    <dgm:cxn modelId="{C615D65A-36D3-474E-ACBB-7BDA258A1F6B}" type="presParOf" srcId="{B53F8730-398F-46A8-8C0D-38414BA8E149}" destId="{54713F0F-704B-4D09-AEB8-F2AFE22AC241}" srcOrd="1" destOrd="0" presId="urn:microsoft.com/office/officeart/2016/7/layout/VerticalHollowActionList"/>
    <dgm:cxn modelId="{3629EE0D-1C43-486C-A2E1-24DD77BAED1D}" type="presParOf" srcId="{108C168B-2A2B-4273-96BF-FDDEAEA92E7B}" destId="{D769C1C7-2E0D-4D3C-8A79-AD437838B768}" srcOrd="5" destOrd="0" presId="urn:microsoft.com/office/officeart/2016/7/layout/VerticalHollowActionList"/>
    <dgm:cxn modelId="{2F9AB2AF-F05A-48AA-8472-3B8F2D73C4C8}" type="presParOf" srcId="{108C168B-2A2B-4273-96BF-FDDEAEA92E7B}" destId="{EB5304EF-3F4D-4AD7-89B1-024494E1150D}" srcOrd="6" destOrd="0" presId="urn:microsoft.com/office/officeart/2016/7/layout/VerticalHollowActionList"/>
    <dgm:cxn modelId="{EF0172D2-EE26-443D-A932-F7B33405C0FB}" type="presParOf" srcId="{EB5304EF-3F4D-4AD7-89B1-024494E1150D}" destId="{243987C4-02DE-44CD-B77A-6E27068C3B02}" srcOrd="0" destOrd="0" presId="urn:microsoft.com/office/officeart/2016/7/layout/VerticalHollowActionList"/>
    <dgm:cxn modelId="{F33D52C0-D259-4FBD-8962-4B08FA208750}" type="presParOf" srcId="{EB5304EF-3F4D-4AD7-89B1-024494E1150D}" destId="{E9E14A4B-BB4F-461C-A710-DF9AA4240AFE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BE7BFB-962C-40D5-A0B8-FA4041C17E5F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8BB234E-BAAF-4D13-869E-891065CC8F31}">
      <dgm:prSet/>
      <dgm:spPr/>
      <dgm:t>
        <a:bodyPr/>
        <a:lstStyle/>
        <a:p>
          <a:r>
            <a:rPr lang="en-US"/>
            <a:t>Learning through real-world experience</a:t>
          </a:r>
        </a:p>
      </dgm:t>
    </dgm:pt>
    <dgm:pt modelId="{CCE5C88E-7824-4A27-A754-DAC1281D319D}" type="parTrans" cxnId="{6D90435E-1EDC-46F0-851A-26EAAB56C131}">
      <dgm:prSet/>
      <dgm:spPr/>
      <dgm:t>
        <a:bodyPr/>
        <a:lstStyle/>
        <a:p>
          <a:endParaRPr lang="en-US"/>
        </a:p>
      </dgm:t>
    </dgm:pt>
    <dgm:pt modelId="{B0AFEF26-F728-49D2-A543-D360512BCD69}" type="sibTrans" cxnId="{6D90435E-1EDC-46F0-851A-26EAAB56C131}">
      <dgm:prSet/>
      <dgm:spPr/>
      <dgm:t>
        <a:bodyPr/>
        <a:lstStyle/>
        <a:p>
          <a:endParaRPr lang="en-US"/>
        </a:p>
      </dgm:t>
    </dgm:pt>
    <dgm:pt modelId="{86D28AD3-0EBD-48ED-94C8-E16523D90D78}">
      <dgm:prSet/>
      <dgm:spPr/>
      <dgm:t>
        <a:bodyPr/>
        <a:lstStyle/>
        <a:p>
          <a:r>
            <a:rPr lang="en-US"/>
            <a:t>Application of theory to practice</a:t>
          </a:r>
        </a:p>
      </dgm:t>
    </dgm:pt>
    <dgm:pt modelId="{47124B22-FE29-4128-A051-E8877C1FDFEC}" type="parTrans" cxnId="{E3DFC0B5-5196-4056-A2C3-6017FCB8EAF2}">
      <dgm:prSet/>
      <dgm:spPr/>
      <dgm:t>
        <a:bodyPr/>
        <a:lstStyle/>
        <a:p>
          <a:endParaRPr lang="en-US"/>
        </a:p>
      </dgm:t>
    </dgm:pt>
    <dgm:pt modelId="{991C41C5-5E03-4E2E-89EC-DA38CA1B4687}" type="sibTrans" cxnId="{E3DFC0B5-5196-4056-A2C3-6017FCB8EAF2}">
      <dgm:prSet/>
      <dgm:spPr/>
      <dgm:t>
        <a:bodyPr/>
        <a:lstStyle/>
        <a:p>
          <a:endParaRPr lang="en-US"/>
        </a:p>
      </dgm:t>
    </dgm:pt>
    <dgm:pt modelId="{0AC105A0-A358-491E-8E4E-139DA73FDDA0}">
      <dgm:prSet/>
      <dgm:spPr/>
      <dgm:t>
        <a:bodyPr/>
        <a:lstStyle/>
        <a:p>
          <a:r>
            <a:rPr lang="en-US"/>
            <a:t>Includes simulations and practical activities</a:t>
          </a:r>
        </a:p>
      </dgm:t>
    </dgm:pt>
    <dgm:pt modelId="{D7F85D8D-658A-4FC6-BAAA-269300295497}" type="parTrans" cxnId="{3D7A1D32-EFC0-407B-A98D-D20E5522F696}">
      <dgm:prSet/>
      <dgm:spPr/>
      <dgm:t>
        <a:bodyPr/>
        <a:lstStyle/>
        <a:p>
          <a:endParaRPr lang="en-US"/>
        </a:p>
      </dgm:t>
    </dgm:pt>
    <dgm:pt modelId="{31A9DAEF-A069-43C7-8391-43A4364CBCD0}" type="sibTrans" cxnId="{3D7A1D32-EFC0-407B-A98D-D20E5522F696}">
      <dgm:prSet/>
      <dgm:spPr/>
      <dgm:t>
        <a:bodyPr/>
        <a:lstStyle/>
        <a:p>
          <a:endParaRPr lang="en-US"/>
        </a:p>
      </dgm:t>
    </dgm:pt>
    <dgm:pt modelId="{880D684E-429E-4966-82CC-1434E0D71418}">
      <dgm:prSet/>
      <dgm:spPr/>
      <dgm:t>
        <a:bodyPr/>
        <a:lstStyle/>
        <a:p>
          <a:r>
            <a:rPr lang="en-US"/>
            <a:t>Supports reflection and problem-solving</a:t>
          </a:r>
        </a:p>
      </dgm:t>
    </dgm:pt>
    <dgm:pt modelId="{BEF12A69-7ECC-42D8-9018-16BF21B75615}" type="parTrans" cxnId="{64E6A2B6-CA7F-4672-9A75-18B7CDE7095B}">
      <dgm:prSet/>
      <dgm:spPr/>
      <dgm:t>
        <a:bodyPr/>
        <a:lstStyle/>
        <a:p>
          <a:endParaRPr lang="en-US"/>
        </a:p>
      </dgm:t>
    </dgm:pt>
    <dgm:pt modelId="{CB4873A6-46DD-478C-BBCD-795052611060}" type="sibTrans" cxnId="{64E6A2B6-CA7F-4672-9A75-18B7CDE7095B}">
      <dgm:prSet/>
      <dgm:spPr/>
      <dgm:t>
        <a:bodyPr/>
        <a:lstStyle/>
        <a:p>
          <a:endParaRPr lang="en-US"/>
        </a:p>
      </dgm:t>
    </dgm:pt>
    <dgm:pt modelId="{53FAEED6-6216-4316-8FF4-355ED12FFA7A}" type="pres">
      <dgm:prSet presAssocID="{B5BE7BFB-962C-40D5-A0B8-FA4041C17E5F}" presName="Name0" presStyleCnt="0">
        <dgm:presLayoutVars>
          <dgm:dir/>
          <dgm:animLvl val="lvl"/>
          <dgm:resizeHandles val="exact"/>
        </dgm:presLayoutVars>
      </dgm:prSet>
      <dgm:spPr/>
    </dgm:pt>
    <dgm:pt modelId="{84DC19DA-F01E-4D32-B89C-6DD0F7164DC1}" type="pres">
      <dgm:prSet presAssocID="{B8BB234E-BAAF-4D13-869E-891065CC8F31}" presName="linNode" presStyleCnt="0"/>
      <dgm:spPr/>
    </dgm:pt>
    <dgm:pt modelId="{20CD9AB4-CD57-430D-9509-1482C4AF89BC}" type="pres">
      <dgm:prSet presAssocID="{B8BB234E-BAAF-4D13-869E-891065CC8F3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1E32FC7-A412-48D5-8BE5-BB2147FB6D3B}" type="pres">
      <dgm:prSet presAssocID="{B0AFEF26-F728-49D2-A543-D360512BCD69}" presName="sp" presStyleCnt="0"/>
      <dgm:spPr/>
    </dgm:pt>
    <dgm:pt modelId="{E08A2477-F37A-4517-9E1A-F8753572565A}" type="pres">
      <dgm:prSet presAssocID="{86D28AD3-0EBD-48ED-94C8-E16523D90D78}" presName="linNode" presStyleCnt="0"/>
      <dgm:spPr/>
    </dgm:pt>
    <dgm:pt modelId="{CD6A7F05-22B7-4BA9-8413-B8F13EF0E882}" type="pres">
      <dgm:prSet presAssocID="{86D28AD3-0EBD-48ED-94C8-E16523D90D7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8EA14D9-FDAB-4120-85A5-D0C1923E7F7F}" type="pres">
      <dgm:prSet presAssocID="{991C41C5-5E03-4E2E-89EC-DA38CA1B4687}" presName="sp" presStyleCnt="0"/>
      <dgm:spPr/>
    </dgm:pt>
    <dgm:pt modelId="{713C3696-4924-4F04-854A-FC7641678132}" type="pres">
      <dgm:prSet presAssocID="{0AC105A0-A358-491E-8E4E-139DA73FDDA0}" presName="linNode" presStyleCnt="0"/>
      <dgm:spPr/>
    </dgm:pt>
    <dgm:pt modelId="{DD493B14-494C-4967-B443-1D97F148B9F2}" type="pres">
      <dgm:prSet presAssocID="{0AC105A0-A358-491E-8E4E-139DA73FDDA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8D6326E-A031-4022-A131-16B9CCCF9197}" type="pres">
      <dgm:prSet presAssocID="{31A9DAEF-A069-43C7-8391-43A4364CBCD0}" presName="sp" presStyleCnt="0"/>
      <dgm:spPr/>
    </dgm:pt>
    <dgm:pt modelId="{AFCF955C-6AF8-45B4-92BF-1A278CFAC45E}" type="pres">
      <dgm:prSet presAssocID="{880D684E-429E-4966-82CC-1434E0D71418}" presName="linNode" presStyleCnt="0"/>
      <dgm:spPr/>
    </dgm:pt>
    <dgm:pt modelId="{3D81ACF9-397F-46AF-B0DE-8AEA482DA1D3}" type="pres">
      <dgm:prSet presAssocID="{880D684E-429E-4966-82CC-1434E0D71418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3D7A1D32-EFC0-407B-A98D-D20E5522F696}" srcId="{B5BE7BFB-962C-40D5-A0B8-FA4041C17E5F}" destId="{0AC105A0-A358-491E-8E4E-139DA73FDDA0}" srcOrd="2" destOrd="0" parTransId="{D7F85D8D-658A-4FC6-BAAA-269300295497}" sibTransId="{31A9DAEF-A069-43C7-8391-43A4364CBCD0}"/>
    <dgm:cxn modelId="{6D90435E-1EDC-46F0-851A-26EAAB56C131}" srcId="{B5BE7BFB-962C-40D5-A0B8-FA4041C17E5F}" destId="{B8BB234E-BAAF-4D13-869E-891065CC8F31}" srcOrd="0" destOrd="0" parTransId="{CCE5C88E-7824-4A27-A754-DAC1281D319D}" sibTransId="{B0AFEF26-F728-49D2-A543-D360512BCD69}"/>
    <dgm:cxn modelId="{DDB6654A-A918-41F7-926B-C3284E4B5D37}" type="presOf" srcId="{B8BB234E-BAAF-4D13-869E-891065CC8F31}" destId="{20CD9AB4-CD57-430D-9509-1482C4AF89BC}" srcOrd="0" destOrd="0" presId="urn:microsoft.com/office/officeart/2005/8/layout/vList5"/>
    <dgm:cxn modelId="{529BE4A6-396C-415F-9291-176058B33204}" type="presOf" srcId="{86D28AD3-0EBD-48ED-94C8-E16523D90D78}" destId="{CD6A7F05-22B7-4BA9-8413-B8F13EF0E882}" srcOrd="0" destOrd="0" presId="urn:microsoft.com/office/officeart/2005/8/layout/vList5"/>
    <dgm:cxn modelId="{E3DFC0B5-5196-4056-A2C3-6017FCB8EAF2}" srcId="{B5BE7BFB-962C-40D5-A0B8-FA4041C17E5F}" destId="{86D28AD3-0EBD-48ED-94C8-E16523D90D78}" srcOrd="1" destOrd="0" parTransId="{47124B22-FE29-4128-A051-E8877C1FDFEC}" sibTransId="{991C41C5-5E03-4E2E-89EC-DA38CA1B4687}"/>
    <dgm:cxn modelId="{64E6A2B6-CA7F-4672-9A75-18B7CDE7095B}" srcId="{B5BE7BFB-962C-40D5-A0B8-FA4041C17E5F}" destId="{880D684E-429E-4966-82CC-1434E0D71418}" srcOrd="3" destOrd="0" parTransId="{BEF12A69-7ECC-42D8-9018-16BF21B75615}" sibTransId="{CB4873A6-46DD-478C-BBCD-795052611060}"/>
    <dgm:cxn modelId="{4191C7D1-83C2-4F12-82ED-F9B32917C757}" type="presOf" srcId="{B5BE7BFB-962C-40D5-A0B8-FA4041C17E5F}" destId="{53FAEED6-6216-4316-8FF4-355ED12FFA7A}" srcOrd="0" destOrd="0" presId="urn:microsoft.com/office/officeart/2005/8/layout/vList5"/>
    <dgm:cxn modelId="{438DA2ED-0AD5-4534-8632-B73C0EFD0E3A}" type="presOf" srcId="{880D684E-429E-4966-82CC-1434E0D71418}" destId="{3D81ACF9-397F-46AF-B0DE-8AEA482DA1D3}" srcOrd="0" destOrd="0" presId="urn:microsoft.com/office/officeart/2005/8/layout/vList5"/>
    <dgm:cxn modelId="{4E2BDFFF-3C42-438D-9EBD-473BD41FBFF2}" type="presOf" srcId="{0AC105A0-A358-491E-8E4E-139DA73FDDA0}" destId="{DD493B14-494C-4967-B443-1D97F148B9F2}" srcOrd="0" destOrd="0" presId="urn:microsoft.com/office/officeart/2005/8/layout/vList5"/>
    <dgm:cxn modelId="{FA58BA5C-C22E-4971-92D2-2F1C04040503}" type="presParOf" srcId="{53FAEED6-6216-4316-8FF4-355ED12FFA7A}" destId="{84DC19DA-F01E-4D32-B89C-6DD0F7164DC1}" srcOrd="0" destOrd="0" presId="urn:microsoft.com/office/officeart/2005/8/layout/vList5"/>
    <dgm:cxn modelId="{9F1EA2B1-6EE6-49E0-9F99-F20220EECE15}" type="presParOf" srcId="{84DC19DA-F01E-4D32-B89C-6DD0F7164DC1}" destId="{20CD9AB4-CD57-430D-9509-1482C4AF89BC}" srcOrd="0" destOrd="0" presId="urn:microsoft.com/office/officeart/2005/8/layout/vList5"/>
    <dgm:cxn modelId="{9862CDAC-13A0-4320-8026-D3D9881FE415}" type="presParOf" srcId="{53FAEED6-6216-4316-8FF4-355ED12FFA7A}" destId="{01E32FC7-A412-48D5-8BE5-BB2147FB6D3B}" srcOrd="1" destOrd="0" presId="urn:microsoft.com/office/officeart/2005/8/layout/vList5"/>
    <dgm:cxn modelId="{C0C4B2D2-4A7B-4C6B-9E97-1533AFF065F9}" type="presParOf" srcId="{53FAEED6-6216-4316-8FF4-355ED12FFA7A}" destId="{E08A2477-F37A-4517-9E1A-F8753572565A}" srcOrd="2" destOrd="0" presId="urn:microsoft.com/office/officeart/2005/8/layout/vList5"/>
    <dgm:cxn modelId="{DE02CDF4-1A2A-4532-8DFE-EB3F9420D56D}" type="presParOf" srcId="{E08A2477-F37A-4517-9E1A-F8753572565A}" destId="{CD6A7F05-22B7-4BA9-8413-B8F13EF0E882}" srcOrd="0" destOrd="0" presId="urn:microsoft.com/office/officeart/2005/8/layout/vList5"/>
    <dgm:cxn modelId="{BAEFCA1F-9949-4F30-9A53-CC8E57E3A4B3}" type="presParOf" srcId="{53FAEED6-6216-4316-8FF4-355ED12FFA7A}" destId="{78EA14D9-FDAB-4120-85A5-D0C1923E7F7F}" srcOrd="3" destOrd="0" presId="urn:microsoft.com/office/officeart/2005/8/layout/vList5"/>
    <dgm:cxn modelId="{A83B109B-9291-41F5-9C4D-7B20866479A2}" type="presParOf" srcId="{53FAEED6-6216-4316-8FF4-355ED12FFA7A}" destId="{713C3696-4924-4F04-854A-FC7641678132}" srcOrd="4" destOrd="0" presId="urn:microsoft.com/office/officeart/2005/8/layout/vList5"/>
    <dgm:cxn modelId="{DD1CEEEE-6E87-43DA-A272-51B089290DB6}" type="presParOf" srcId="{713C3696-4924-4F04-854A-FC7641678132}" destId="{DD493B14-494C-4967-B443-1D97F148B9F2}" srcOrd="0" destOrd="0" presId="urn:microsoft.com/office/officeart/2005/8/layout/vList5"/>
    <dgm:cxn modelId="{2CD4293B-A048-43B9-BF3C-75166CE0398E}" type="presParOf" srcId="{53FAEED6-6216-4316-8FF4-355ED12FFA7A}" destId="{38D6326E-A031-4022-A131-16B9CCCF9197}" srcOrd="5" destOrd="0" presId="urn:microsoft.com/office/officeart/2005/8/layout/vList5"/>
    <dgm:cxn modelId="{30B07F26-009D-4537-8A92-42E0AFB422EB}" type="presParOf" srcId="{53FAEED6-6216-4316-8FF4-355ED12FFA7A}" destId="{AFCF955C-6AF8-45B4-92BF-1A278CFAC45E}" srcOrd="6" destOrd="0" presId="urn:microsoft.com/office/officeart/2005/8/layout/vList5"/>
    <dgm:cxn modelId="{11D8DBB2-0734-490D-A773-BC8C1750201F}" type="presParOf" srcId="{AFCF955C-6AF8-45B4-92BF-1A278CFAC45E}" destId="{3D81ACF9-397F-46AF-B0DE-8AEA482DA1D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4AD584-87AB-49CC-84FB-5493C38CB0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2BD0EE-30BF-4CBD-80CC-B5F22D1D3076}">
      <dgm:prSet/>
      <dgm:spPr/>
      <dgm:t>
        <a:bodyPr/>
        <a:lstStyle/>
        <a:p>
          <a:r>
            <a:rPr lang="en-US"/>
            <a:t>Long-term technical and trade training</a:t>
          </a:r>
        </a:p>
      </dgm:t>
    </dgm:pt>
    <dgm:pt modelId="{F6EC93BB-4C91-488E-ABEC-5E26EC28C9DE}" type="parTrans" cxnId="{A1AF1FA2-791A-41BF-B262-689F090BE8B4}">
      <dgm:prSet/>
      <dgm:spPr/>
      <dgm:t>
        <a:bodyPr/>
        <a:lstStyle/>
        <a:p>
          <a:endParaRPr lang="en-US"/>
        </a:p>
      </dgm:t>
    </dgm:pt>
    <dgm:pt modelId="{6DFD7575-3048-4D45-8855-FFC23AC713A9}" type="sibTrans" cxnId="{A1AF1FA2-791A-41BF-B262-689F090BE8B4}">
      <dgm:prSet/>
      <dgm:spPr/>
      <dgm:t>
        <a:bodyPr/>
        <a:lstStyle/>
        <a:p>
          <a:endParaRPr lang="en-US"/>
        </a:p>
      </dgm:t>
    </dgm:pt>
    <dgm:pt modelId="{CAE5BAB5-B30A-44B5-9633-DCD1236491E9}">
      <dgm:prSet/>
      <dgm:spPr/>
      <dgm:t>
        <a:bodyPr/>
        <a:lstStyle/>
        <a:p>
          <a:r>
            <a:rPr lang="en-US"/>
            <a:t>Guided by experienced mentors</a:t>
          </a:r>
        </a:p>
      </dgm:t>
    </dgm:pt>
    <dgm:pt modelId="{A142A83D-CC20-4CA9-8A04-BA6232F0311C}" type="parTrans" cxnId="{44F1EA29-5DA7-4DEB-83EE-68B8635A7F61}">
      <dgm:prSet/>
      <dgm:spPr/>
      <dgm:t>
        <a:bodyPr/>
        <a:lstStyle/>
        <a:p>
          <a:endParaRPr lang="en-US"/>
        </a:p>
      </dgm:t>
    </dgm:pt>
    <dgm:pt modelId="{F357996D-C46A-495F-9045-8AA237E44424}" type="sibTrans" cxnId="{44F1EA29-5DA7-4DEB-83EE-68B8635A7F61}">
      <dgm:prSet/>
      <dgm:spPr/>
      <dgm:t>
        <a:bodyPr/>
        <a:lstStyle/>
        <a:p>
          <a:endParaRPr lang="en-US"/>
        </a:p>
      </dgm:t>
    </dgm:pt>
    <dgm:pt modelId="{230103D6-EA84-4C3A-84D1-10298002426E}">
      <dgm:prSet/>
      <dgm:spPr/>
      <dgm:t>
        <a:bodyPr/>
        <a:lstStyle/>
        <a:p>
          <a:r>
            <a:rPr lang="en-US"/>
            <a:t>Leads to artisan qualifications</a:t>
          </a:r>
        </a:p>
      </dgm:t>
    </dgm:pt>
    <dgm:pt modelId="{048BA81C-7C58-486A-B044-1C76C54F2EB3}" type="parTrans" cxnId="{EBD0DD61-EE12-4D28-8B28-F06F0CB89D30}">
      <dgm:prSet/>
      <dgm:spPr/>
      <dgm:t>
        <a:bodyPr/>
        <a:lstStyle/>
        <a:p>
          <a:endParaRPr lang="en-US"/>
        </a:p>
      </dgm:t>
    </dgm:pt>
    <dgm:pt modelId="{C05B64D9-4528-4863-9EF6-06944E590C3C}" type="sibTrans" cxnId="{EBD0DD61-EE12-4D28-8B28-F06F0CB89D30}">
      <dgm:prSet/>
      <dgm:spPr/>
      <dgm:t>
        <a:bodyPr/>
        <a:lstStyle/>
        <a:p>
          <a:endParaRPr lang="en-US"/>
        </a:p>
      </dgm:t>
    </dgm:pt>
    <dgm:pt modelId="{CAF6D78B-EF4A-4327-AA12-E5814BF21A48}">
      <dgm:prSet/>
      <dgm:spPr/>
      <dgm:t>
        <a:bodyPr/>
        <a:lstStyle/>
        <a:p>
          <a:r>
            <a:rPr lang="en-US"/>
            <a:t>Supports national artisan development</a:t>
          </a:r>
        </a:p>
      </dgm:t>
    </dgm:pt>
    <dgm:pt modelId="{FED82F56-FE94-4B4B-A345-23E00BE20F94}" type="parTrans" cxnId="{8666BE2C-236E-486D-9CE4-197B909CBCA4}">
      <dgm:prSet/>
      <dgm:spPr/>
      <dgm:t>
        <a:bodyPr/>
        <a:lstStyle/>
        <a:p>
          <a:endParaRPr lang="en-US"/>
        </a:p>
      </dgm:t>
    </dgm:pt>
    <dgm:pt modelId="{E4270C25-BDFB-4B4E-A5BE-527A09CDF7BE}" type="sibTrans" cxnId="{8666BE2C-236E-486D-9CE4-197B909CBCA4}">
      <dgm:prSet/>
      <dgm:spPr/>
      <dgm:t>
        <a:bodyPr/>
        <a:lstStyle/>
        <a:p>
          <a:endParaRPr lang="en-US"/>
        </a:p>
      </dgm:t>
    </dgm:pt>
    <dgm:pt modelId="{784DBA53-09C3-466C-8599-D6434EFCA031}" type="pres">
      <dgm:prSet presAssocID="{544AD584-87AB-49CC-84FB-5493C38CB06C}" presName="root" presStyleCnt="0">
        <dgm:presLayoutVars>
          <dgm:dir/>
          <dgm:resizeHandles val="exact"/>
        </dgm:presLayoutVars>
      </dgm:prSet>
      <dgm:spPr/>
    </dgm:pt>
    <dgm:pt modelId="{DD9CD239-2495-4DE8-9C9C-1A500F66DA5E}" type="pres">
      <dgm:prSet presAssocID="{012BD0EE-30BF-4CBD-80CC-B5F22D1D3076}" presName="compNode" presStyleCnt="0"/>
      <dgm:spPr/>
    </dgm:pt>
    <dgm:pt modelId="{58F6A17F-B4A3-4B11-A9E9-807EF5811E28}" type="pres">
      <dgm:prSet presAssocID="{012BD0EE-30BF-4CBD-80CC-B5F22D1D3076}" presName="bgRect" presStyleLbl="bgShp" presStyleIdx="0" presStyleCnt="4"/>
      <dgm:spPr/>
    </dgm:pt>
    <dgm:pt modelId="{49BE56C7-675D-422B-ABDE-DF9A0482B0BF}" type="pres">
      <dgm:prSet presAssocID="{012BD0EE-30BF-4CBD-80CC-B5F22D1D307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F85D3E4-DC69-42BC-AFC5-CFD185380E1A}" type="pres">
      <dgm:prSet presAssocID="{012BD0EE-30BF-4CBD-80CC-B5F22D1D3076}" presName="spaceRect" presStyleCnt="0"/>
      <dgm:spPr/>
    </dgm:pt>
    <dgm:pt modelId="{DEA4A45D-F8DB-437C-BBDE-23771A9B9CBF}" type="pres">
      <dgm:prSet presAssocID="{012BD0EE-30BF-4CBD-80CC-B5F22D1D3076}" presName="parTx" presStyleLbl="revTx" presStyleIdx="0" presStyleCnt="4">
        <dgm:presLayoutVars>
          <dgm:chMax val="0"/>
          <dgm:chPref val="0"/>
        </dgm:presLayoutVars>
      </dgm:prSet>
      <dgm:spPr/>
    </dgm:pt>
    <dgm:pt modelId="{96B0D506-2261-4CD9-B8D6-B115803A5A3C}" type="pres">
      <dgm:prSet presAssocID="{6DFD7575-3048-4D45-8855-FFC23AC713A9}" presName="sibTrans" presStyleCnt="0"/>
      <dgm:spPr/>
    </dgm:pt>
    <dgm:pt modelId="{A5717DED-C70E-4FCB-9FCB-00C8AAE510F0}" type="pres">
      <dgm:prSet presAssocID="{CAE5BAB5-B30A-44B5-9633-DCD1236491E9}" presName="compNode" presStyleCnt="0"/>
      <dgm:spPr/>
    </dgm:pt>
    <dgm:pt modelId="{A0B495B0-DE50-40D2-B377-C98954E3C0AC}" type="pres">
      <dgm:prSet presAssocID="{CAE5BAB5-B30A-44B5-9633-DCD1236491E9}" presName="bgRect" presStyleLbl="bgShp" presStyleIdx="1" presStyleCnt="4"/>
      <dgm:spPr/>
    </dgm:pt>
    <dgm:pt modelId="{16AC9B79-A308-430D-9079-64EA6013EB34}" type="pres">
      <dgm:prSet presAssocID="{CAE5BAB5-B30A-44B5-9633-DCD1236491E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6A6B6BC3-A18D-4B3D-A0CC-29338600D936}" type="pres">
      <dgm:prSet presAssocID="{CAE5BAB5-B30A-44B5-9633-DCD1236491E9}" presName="spaceRect" presStyleCnt="0"/>
      <dgm:spPr/>
    </dgm:pt>
    <dgm:pt modelId="{278D2A1C-7A09-4A69-8CC2-DE709A303C42}" type="pres">
      <dgm:prSet presAssocID="{CAE5BAB5-B30A-44B5-9633-DCD1236491E9}" presName="parTx" presStyleLbl="revTx" presStyleIdx="1" presStyleCnt="4">
        <dgm:presLayoutVars>
          <dgm:chMax val="0"/>
          <dgm:chPref val="0"/>
        </dgm:presLayoutVars>
      </dgm:prSet>
      <dgm:spPr/>
    </dgm:pt>
    <dgm:pt modelId="{AFA4AD18-8BFF-446C-B767-C571ED5C34D8}" type="pres">
      <dgm:prSet presAssocID="{F357996D-C46A-495F-9045-8AA237E44424}" presName="sibTrans" presStyleCnt="0"/>
      <dgm:spPr/>
    </dgm:pt>
    <dgm:pt modelId="{D9918CFA-A4F4-4DF2-9763-F9A1B7926D96}" type="pres">
      <dgm:prSet presAssocID="{230103D6-EA84-4C3A-84D1-10298002426E}" presName="compNode" presStyleCnt="0"/>
      <dgm:spPr/>
    </dgm:pt>
    <dgm:pt modelId="{0E25CFFC-C599-4238-816F-A8BAE67B5CB0}" type="pres">
      <dgm:prSet presAssocID="{230103D6-EA84-4C3A-84D1-10298002426E}" presName="bgRect" presStyleLbl="bgShp" presStyleIdx="2" presStyleCnt="4"/>
      <dgm:spPr/>
    </dgm:pt>
    <dgm:pt modelId="{C6A7A783-9693-4958-938F-51FDE327C1A8}" type="pres">
      <dgm:prSet presAssocID="{230103D6-EA84-4C3A-84D1-10298002426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04D7F07-19BA-4752-A46D-D4055C237A22}" type="pres">
      <dgm:prSet presAssocID="{230103D6-EA84-4C3A-84D1-10298002426E}" presName="spaceRect" presStyleCnt="0"/>
      <dgm:spPr/>
    </dgm:pt>
    <dgm:pt modelId="{256D7F00-DE65-422A-BCCB-0161E15EC665}" type="pres">
      <dgm:prSet presAssocID="{230103D6-EA84-4C3A-84D1-10298002426E}" presName="parTx" presStyleLbl="revTx" presStyleIdx="2" presStyleCnt="4">
        <dgm:presLayoutVars>
          <dgm:chMax val="0"/>
          <dgm:chPref val="0"/>
        </dgm:presLayoutVars>
      </dgm:prSet>
      <dgm:spPr/>
    </dgm:pt>
    <dgm:pt modelId="{2672F31D-354C-478B-A94D-1C1733ECCBF1}" type="pres">
      <dgm:prSet presAssocID="{C05B64D9-4528-4863-9EF6-06944E590C3C}" presName="sibTrans" presStyleCnt="0"/>
      <dgm:spPr/>
    </dgm:pt>
    <dgm:pt modelId="{51A60268-26A9-4DFF-B146-D08088DDC011}" type="pres">
      <dgm:prSet presAssocID="{CAF6D78B-EF4A-4327-AA12-E5814BF21A48}" presName="compNode" presStyleCnt="0"/>
      <dgm:spPr/>
    </dgm:pt>
    <dgm:pt modelId="{CF1D54B5-1E6C-45FC-A3FB-D4E20CCC0CBE}" type="pres">
      <dgm:prSet presAssocID="{CAF6D78B-EF4A-4327-AA12-E5814BF21A48}" presName="bgRect" presStyleLbl="bgShp" presStyleIdx="3" presStyleCnt="4"/>
      <dgm:spPr/>
    </dgm:pt>
    <dgm:pt modelId="{07696925-6659-410B-8B3B-7C8E42CD53AC}" type="pres">
      <dgm:prSet presAssocID="{CAF6D78B-EF4A-4327-AA12-E5814BF21A4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FC54FE7E-10AB-4882-916F-A89D4FFC0881}" type="pres">
      <dgm:prSet presAssocID="{CAF6D78B-EF4A-4327-AA12-E5814BF21A48}" presName="spaceRect" presStyleCnt="0"/>
      <dgm:spPr/>
    </dgm:pt>
    <dgm:pt modelId="{C8F01616-CFA9-4FCB-B473-10B4D53D0C44}" type="pres">
      <dgm:prSet presAssocID="{CAF6D78B-EF4A-4327-AA12-E5814BF21A4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4F1EA29-5DA7-4DEB-83EE-68B8635A7F61}" srcId="{544AD584-87AB-49CC-84FB-5493C38CB06C}" destId="{CAE5BAB5-B30A-44B5-9633-DCD1236491E9}" srcOrd="1" destOrd="0" parTransId="{A142A83D-CC20-4CA9-8A04-BA6232F0311C}" sibTransId="{F357996D-C46A-495F-9045-8AA237E44424}"/>
    <dgm:cxn modelId="{8666BE2C-236E-486D-9CE4-197B909CBCA4}" srcId="{544AD584-87AB-49CC-84FB-5493C38CB06C}" destId="{CAF6D78B-EF4A-4327-AA12-E5814BF21A48}" srcOrd="3" destOrd="0" parTransId="{FED82F56-FE94-4B4B-A345-23E00BE20F94}" sibTransId="{E4270C25-BDFB-4B4E-A5BE-527A09CDF7BE}"/>
    <dgm:cxn modelId="{6107DB3F-172C-4FE8-AC5F-F51F75C1E9C4}" type="presOf" srcId="{544AD584-87AB-49CC-84FB-5493C38CB06C}" destId="{784DBA53-09C3-466C-8599-D6434EFCA031}" srcOrd="0" destOrd="0" presId="urn:microsoft.com/office/officeart/2018/2/layout/IconVerticalSolidList"/>
    <dgm:cxn modelId="{AA427860-6853-4081-B1FA-554BCFACFA7D}" type="presOf" srcId="{CAF6D78B-EF4A-4327-AA12-E5814BF21A48}" destId="{C8F01616-CFA9-4FCB-B473-10B4D53D0C44}" srcOrd="0" destOrd="0" presId="urn:microsoft.com/office/officeart/2018/2/layout/IconVerticalSolidList"/>
    <dgm:cxn modelId="{EBD0DD61-EE12-4D28-8B28-F06F0CB89D30}" srcId="{544AD584-87AB-49CC-84FB-5493C38CB06C}" destId="{230103D6-EA84-4C3A-84D1-10298002426E}" srcOrd="2" destOrd="0" parTransId="{048BA81C-7C58-486A-B044-1C76C54F2EB3}" sibTransId="{C05B64D9-4528-4863-9EF6-06944E590C3C}"/>
    <dgm:cxn modelId="{E4410C46-C79F-42DB-9754-F6663EC5DA83}" type="presOf" srcId="{012BD0EE-30BF-4CBD-80CC-B5F22D1D3076}" destId="{DEA4A45D-F8DB-437C-BBDE-23771A9B9CBF}" srcOrd="0" destOrd="0" presId="urn:microsoft.com/office/officeart/2018/2/layout/IconVerticalSolidList"/>
    <dgm:cxn modelId="{43C12897-6086-4C22-92E4-4AD71829332C}" type="presOf" srcId="{CAE5BAB5-B30A-44B5-9633-DCD1236491E9}" destId="{278D2A1C-7A09-4A69-8CC2-DE709A303C42}" srcOrd="0" destOrd="0" presId="urn:microsoft.com/office/officeart/2018/2/layout/IconVerticalSolidList"/>
    <dgm:cxn modelId="{A1AF1FA2-791A-41BF-B262-689F090BE8B4}" srcId="{544AD584-87AB-49CC-84FB-5493C38CB06C}" destId="{012BD0EE-30BF-4CBD-80CC-B5F22D1D3076}" srcOrd="0" destOrd="0" parTransId="{F6EC93BB-4C91-488E-ABEC-5E26EC28C9DE}" sibTransId="{6DFD7575-3048-4D45-8855-FFC23AC713A9}"/>
    <dgm:cxn modelId="{24BB41DA-2022-4A81-A653-07A3E9F8755A}" type="presOf" srcId="{230103D6-EA84-4C3A-84D1-10298002426E}" destId="{256D7F00-DE65-422A-BCCB-0161E15EC665}" srcOrd="0" destOrd="0" presId="urn:microsoft.com/office/officeart/2018/2/layout/IconVerticalSolidList"/>
    <dgm:cxn modelId="{C416E8E5-88A8-4DBB-8670-6A9F31394885}" type="presParOf" srcId="{784DBA53-09C3-466C-8599-D6434EFCA031}" destId="{DD9CD239-2495-4DE8-9C9C-1A500F66DA5E}" srcOrd="0" destOrd="0" presId="urn:microsoft.com/office/officeart/2018/2/layout/IconVerticalSolidList"/>
    <dgm:cxn modelId="{3E6A55F5-5995-4179-A3E9-6E10FEC713F8}" type="presParOf" srcId="{DD9CD239-2495-4DE8-9C9C-1A500F66DA5E}" destId="{58F6A17F-B4A3-4B11-A9E9-807EF5811E28}" srcOrd="0" destOrd="0" presId="urn:microsoft.com/office/officeart/2018/2/layout/IconVerticalSolidList"/>
    <dgm:cxn modelId="{4F838C90-6EA7-4973-94DA-6E5F9238D541}" type="presParOf" srcId="{DD9CD239-2495-4DE8-9C9C-1A500F66DA5E}" destId="{49BE56C7-675D-422B-ABDE-DF9A0482B0BF}" srcOrd="1" destOrd="0" presId="urn:microsoft.com/office/officeart/2018/2/layout/IconVerticalSolidList"/>
    <dgm:cxn modelId="{BC9F796E-A0A9-4111-AB34-6E227E018B3B}" type="presParOf" srcId="{DD9CD239-2495-4DE8-9C9C-1A500F66DA5E}" destId="{CF85D3E4-DC69-42BC-AFC5-CFD185380E1A}" srcOrd="2" destOrd="0" presId="urn:microsoft.com/office/officeart/2018/2/layout/IconVerticalSolidList"/>
    <dgm:cxn modelId="{3D27003D-C0AF-4A5C-A78F-5A06DA9EAFEE}" type="presParOf" srcId="{DD9CD239-2495-4DE8-9C9C-1A500F66DA5E}" destId="{DEA4A45D-F8DB-437C-BBDE-23771A9B9CBF}" srcOrd="3" destOrd="0" presId="urn:microsoft.com/office/officeart/2018/2/layout/IconVerticalSolidList"/>
    <dgm:cxn modelId="{25C578C5-90E5-4666-A9E7-AF78FFB123E9}" type="presParOf" srcId="{784DBA53-09C3-466C-8599-D6434EFCA031}" destId="{96B0D506-2261-4CD9-B8D6-B115803A5A3C}" srcOrd="1" destOrd="0" presId="urn:microsoft.com/office/officeart/2018/2/layout/IconVerticalSolidList"/>
    <dgm:cxn modelId="{2ACDCC6C-5DAC-4546-8AC4-8289E73ECA61}" type="presParOf" srcId="{784DBA53-09C3-466C-8599-D6434EFCA031}" destId="{A5717DED-C70E-4FCB-9FCB-00C8AAE510F0}" srcOrd="2" destOrd="0" presId="urn:microsoft.com/office/officeart/2018/2/layout/IconVerticalSolidList"/>
    <dgm:cxn modelId="{7F744143-B164-48C5-9F73-CCC98BE02F48}" type="presParOf" srcId="{A5717DED-C70E-4FCB-9FCB-00C8AAE510F0}" destId="{A0B495B0-DE50-40D2-B377-C98954E3C0AC}" srcOrd="0" destOrd="0" presId="urn:microsoft.com/office/officeart/2018/2/layout/IconVerticalSolidList"/>
    <dgm:cxn modelId="{05410EA9-C02A-425A-976D-F32264FB1540}" type="presParOf" srcId="{A5717DED-C70E-4FCB-9FCB-00C8AAE510F0}" destId="{16AC9B79-A308-430D-9079-64EA6013EB34}" srcOrd="1" destOrd="0" presId="urn:microsoft.com/office/officeart/2018/2/layout/IconVerticalSolidList"/>
    <dgm:cxn modelId="{3A94D3F6-F280-4EE1-BAAC-924D0E00ADC0}" type="presParOf" srcId="{A5717DED-C70E-4FCB-9FCB-00C8AAE510F0}" destId="{6A6B6BC3-A18D-4B3D-A0CC-29338600D936}" srcOrd="2" destOrd="0" presId="urn:microsoft.com/office/officeart/2018/2/layout/IconVerticalSolidList"/>
    <dgm:cxn modelId="{5FFFB22C-146E-4EA7-97C1-F212363EE342}" type="presParOf" srcId="{A5717DED-C70E-4FCB-9FCB-00C8AAE510F0}" destId="{278D2A1C-7A09-4A69-8CC2-DE709A303C42}" srcOrd="3" destOrd="0" presId="urn:microsoft.com/office/officeart/2018/2/layout/IconVerticalSolidList"/>
    <dgm:cxn modelId="{BF17E980-32B1-4897-8023-D6DF2AEB8D3C}" type="presParOf" srcId="{784DBA53-09C3-466C-8599-D6434EFCA031}" destId="{AFA4AD18-8BFF-446C-B767-C571ED5C34D8}" srcOrd="3" destOrd="0" presId="urn:microsoft.com/office/officeart/2018/2/layout/IconVerticalSolidList"/>
    <dgm:cxn modelId="{09C5618A-41B7-4C8A-BFF1-C76EEB6DDBAC}" type="presParOf" srcId="{784DBA53-09C3-466C-8599-D6434EFCA031}" destId="{D9918CFA-A4F4-4DF2-9763-F9A1B7926D96}" srcOrd="4" destOrd="0" presId="urn:microsoft.com/office/officeart/2018/2/layout/IconVerticalSolidList"/>
    <dgm:cxn modelId="{6C5D5713-9E49-4A37-A40A-D5B4770562E0}" type="presParOf" srcId="{D9918CFA-A4F4-4DF2-9763-F9A1B7926D96}" destId="{0E25CFFC-C599-4238-816F-A8BAE67B5CB0}" srcOrd="0" destOrd="0" presId="urn:microsoft.com/office/officeart/2018/2/layout/IconVerticalSolidList"/>
    <dgm:cxn modelId="{7EBAC249-D293-4914-9778-C661ECAACABB}" type="presParOf" srcId="{D9918CFA-A4F4-4DF2-9763-F9A1B7926D96}" destId="{C6A7A783-9693-4958-938F-51FDE327C1A8}" srcOrd="1" destOrd="0" presId="urn:microsoft.com/office/officeart/2018/2/layout/IconVerticalSolidList"/>
    <dgm:cxn modelId="{B65804D6-F1EC-445D-AF48-72811C3B1424}" type="presParOf" srcId="{D9918CFA-A4F4-4DF2-9763-F9A1B7926D96}" destId="{E04D7F07-19BA-4752-A46D-D4055C237A22}" srcOrd="2" destOrd="0" presId="urn:microsoft.com/office/officeart/2018/2/layout/IconVerticalSolidList"/>
    <dgm:cxn modelId="{4876125C-2984-4BDA-A794-14110F803432}" type="presParOf" srcId="{D9918CFA-A4F4-4DF2-9763-F9A1B7926D96}" destId="{256D7F00-DE65-422A-BCCB-0161E15EC665}" srcOrd="3" destOrd="0" presId="urn:microsoft.com/office/officeart/2018/2/layout/IconVerticalSolidList"/>
    <dgm:cxn modelId="{71E539CF-19F9-413A-8019-38FD8BC6EDB1}" type="presParOf" srcId="{784DBA53-09C3-466C-8599-D6434EFCA031}" destId="{2672F31D-354C-478B-A94D-1C1733ECCBF1}" srcOrd="5" destOrd="0" presId="urn:microsoft.com/office/officeart/2018/2/layout/IconVerticalSolidList"/>
    <dgm:cxn modelId="{9A08CDF0-C3FF-480A-A9A4-2358B87C9B9A}" type="presParOf" srcId="{784DBA53-09C3-466C-8599-D6434EFCA031}" destId="{51A60268-26A9-4DFF-B146-D08088DDC011}" srcOrd="6" destOrd="0" presId="urn:microsoft.com/office/officeart/2018/2/layout/IconVerticalSolidList"/>
    <dgm:cxn modelId="{BF17CDED-979E-4798-B550-F487B99ED2B7}" type="presParOf" srcId="{51A60268-26A9-4DFF-B146-D08088DDC011}" destId="{CF1D54B5-1E6C-45FC-A3FB-D4E20CCC0CBE}" srcOrd="0" destOrd="0" presId="urn:microsoft.com/office/officeart/2018/2/layout/IconVerticalSolidList"/>
    <dgm:cxn modelId="{539F8F7E-F3F5-449E-AF2C-7E126253E443}" type="presParOf" srcId="{51A60268-26A9-4DFF-B146-D08088DDC011}" destId="{07696925-6659-410B-8B3B-7C8E42CD53AC}" srcOrd="1" destOrd="0" presId="urn:microsoft.com/office/officeart/2018/2/layout/IconVerticalSolidList"/>
    <dgm:cxn modelId="{1C626DF6-1023-4C46-9A06-4A5F9DEFAB97}" type="presParOf" srcId="{51A60268-26A9-4DFF-B146-D08088DDC011}" destId="{FC54FE7E-10AB-4882-916F-A89D4FFC0881}" srcOrd="2" destOrd="0" presId="urn:microsoft.com/office/officeart/2018/2/layout/IconVerticalSolidList"/>
    <dgm:cxn modelId="{6ABF8720-8941-4256-A543-66AE24D683E0}" type="presParOf" srcId="{51A60268-26A9-4DFF-B146-D08088DDC011}" destId="{C8F01616-CFA9-4FCB-B473-10B4D53D0C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0288E0-FB5E-485B-AB61-35027CBCA7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D8EAF49-6841-49C3-AC23-998242289370}">
      <dgm:prSet/>
      <dgm:spPr/>
      <dgm:t>
        <a:bodyPr/>
        <a:lstStyle/>
        <a:p>
          <a:r>
            <a:rPr lang="en-US"/>
            <a:t>Learners actively participate and complete tasks</a:t>
          </a:r>
        </a:p>
      </dgm:t>
    </dgm:pt>
    <dgm:pt modelId="{A467B5D5-CEE5-428B-83C2-5643EE127786}" type="parTrans" cxnId="{C004D23E-8101-4EE3-B31B-F58CD0BD863F}">
      <dgm:prSet/>
      <dgm:spPr/>
      <dgm:t>
        <a:bodyPr/>
        <a:lstStyle/>
        <a:p>
          <a:endParaRPr lang="en-US"/>
        </a:p>
      </dgm:t>
    </dgm:pt>
    <dgm:pt modelId="{8C0B81A8-CB54-4C29-A5FE-D9ABFFD6A991}" type="sibTrans" cxnId="{C004D23E-8101-4EE3-B31B-F58CD0BD863F}">
      <dgm:prSet/>
      <dgm:spPr/>
      <dgm:t>
        <a:bodyPr/>
        <a:lstStyle/>
        <a:p>
          <a:endParaRPr lang="en-US"/>
        </a:p>
      </dgm:t>
    </dgm:pt>
    <dgm:pt modelId="{250A1FA6-1F3D-4AD1-B04C-A283C591B018}">
      <dgm:prSet/>
      <dgm:spPr/>
      <dgm:t>
        <a:bodyPr/>
        <a:lstStyle/>
        <a:p>
          <a:r>
            <a:rPr lang="en-US"/>
            <a:t>Employers provide workplace experience</a:t>
          </a:r>
        </a:p>
      </dgm:t>
    </dgm:pt>
    <dgm:pt modelId="{CEA66381-CE82-4F79-9442-3860290D009D}" type="parTrans" cxnId="{8F730209-EE3A-4CA6-B733-8A88BC246F8F}">
      <dgm:prSet/>
      <dgm:spPr/>
      <dgm:t>
        <a:bodyPr/>
        <a:lstStyle/>
        <a:p>
          <a:endParaRPr lang="en-US"/>
        </a:p>
      </dgm:t>
    </dgm:pt>
    <dgm:pt modelId="{BC9B3335-6324-4CDB-9F1E-9083CF23F213}" type="sibTrans" cxnId="{8F730209-EE3A-4CA6-B733-8A88BC246F8F}">
      <dgm:prSet/>
      <dgm:spPr/>
      <dgm:t>
        <a:bodyPr/>
        <a:lstStyle/>
        <a:p>
          <a:endParaRPr lang="en-US"/>
        </a:p>
      </dgm:t>
    </dgm:pt>
    <dgm:pt modelId="{DE8DCDB4-E99A-4633-B427-78A33A11BDE0}">
      <dgm:prSet/>
      <dgm:spPr/>
      <dgm:t>
        <a:bodyPr/>
        <a:lstStyle/>
        <a:p>
          <a:r>
            <a:rPr lang="en-US"/>
            <a:t>Training providers deliver theory</a:t>
          </a:r>
        </a:p>
      </dgm:t>
    </dgm:pt>
    <dgm:pt modelId="{C04CC670-AAA0-4F8A-9E97-750729B1FC6D}" type="parTrans" cxnId="{062DAF25-2F2E-4CC4-A3AA-198C8D98EC0A}">
      <dgm:prSet/>
      <dgm:spPr/>
      <dgm:t>
        <a:bodyPr/>
        <a:lstStyle/>
        <a:p>
          <a:endParaRPr lang="en-US"/>
        </a:p>
      </dgm:t>
    </dgm:pt>
    <dgm:pt modelId="{3E5B8F73-2B29-4535-8A0F-AA2908851CCC}" type="sibTrans" cxnId="{062DAF25-2F2E-4CC4-A3AA-198C8D98EC0A}">
      <dgm:prSet/>
      <dgm:spPr/>
      <dgm:t>
        <a:bodyPr/>
        <a:lstStyle/>
        <a:p>
          <a:endParaRPr lang="en-US"/>
        </a:p>
      </dgm:t>
    </dgm:pt>
    <dgm:pt modelId="{949EE7A4-7D19-4539-851D-75070E0C8382}">
      <dgm:prSet/>
      <dgm:spPr/>
      <dgm:t>
        <a:bodyPr/>
        <a:lstStyle/>
        <a:p>
          <a:r>
            <a:rPr lang="en-US"/>
            <a:t>SETAs and QCTO ensure quality assurance</a:t>
          </a:r>
        </a:p>
      </dgm:t>
    </dgm:pt>
    <dgm:pt modelId="{6E71B926-EC16-4683-B927-E3E851A0D7E2}" type="parTrans" cxnId="{24C2F655-EAFC-4170-B666-81FC5E000435}">
      <dgm:prSet/>
      <dgm:spPr/>
      <dgm:t>
        <a:bodyPr/>
        <a:lstStyle/>
        <a:p>
          <a:endParaRPr lang="en-US"/>
        </a:p>
      </dgm:t>
    </dgm:pt>
    <dgm:pt modelId="{D9720B2A-FAAB-4E8C-B087-6BE323E7D63F}" type="sibTrans" cxnId="{24C2F655-EAFC-4170-B666-81FC5E000435}">
      <dgm:prSet/>
      <dgm:spPr/>
      <dgm:t>
        <a:bodyPr/>
        <a:lstStyle/>
        <a:p>
          <a:endParaRPr lang="en-US"/>
        </a:p>
      </dgm:t>
    </dgm:pt>
    <dgm:pt modelId="{CD254BF7-1E66-47A0-9D1C-619E0E1D81C8}" type="pres">
      <dgm:prSet presAssocID="{860288E0-FB5E-485B-AB61-35027CBCA744}" presName="root" presStyleCnt="0">
        <dgm:presLayoutVars>
          <dgm:dir/>
          <dgm:resizeHandles val="exact"/>
        </dgm:presLayoutVars>
      </dgm:prSet>
      <dgm:spPr/>
    </dgm:pt>
    <dgm:pt modelId="{EFD0E16B-845A-4920-B8A4-210AA029B222}" type="pres">
      <dgm:prSet presAssocID="{ED8EAF49-6841-49C3-AC23-998242289370}" presName="compNode" presStyleCnt="0"/>
      <dgm:spPr/>
    </dgm:pt>
    <dgm:pt modelId="{7301DE09-FDE7-43DE-9CC7-DB00BE8A32D1}" type="pres">
      <dgm:prSet presAssocID="{ED8EAF49-6841-49C3-AC23-998242289370}" presName="bgRect" presStyleLbl="bgShp" presStyleIdx="0" presStyleCnt="4"/>
      <dgm:spPr/>
    </dgm:pt>
    <dgm:pt modelId="{806DE237-2FD4-419A-9819-7F90E5378BB7}" type="pres">
      <dgm:prSet presAssocID="{ED8EAF49-6841-49C3-AC23-99824228937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0685D1F-5CC0-48CF-8BFE-023963B858AB}" type="pres">
      <dgm:prSet presAssocID="{ED8EAF49-6841-49C3-AC23-998242289370}" presName="spaceRect" presStyleCnt="0"/>
      <dgm:spPr/>
    </dgm:pt>
    <dgm:pt modelId="{E2D7AAC9-6728-41B9-A42D-C33DA46B3C81}" type="pres">
      <dgm:prSet presAssocID="{ED8EAF49-6841-49C3-AC23-998242289370}" presName="parTx" presStyleLbl="revTx" presStyleIdx="0" presStyleCnt="4">
        <dgm:presLayoutVars>
          <dgm:chMax val="0"/>
          <dgm:chPref val="0"/>
        </dgm:presLayoutVars>
      </dgm:prSet>
      <dgm:spPr/>
    </dgm:pt>
    <dgm:pt modelId="{50EC423D-39AD-4B42-B3F2-C3698DC91ACC}" type="pres">
      <dgm:prSet presAssocID="{8C0B81A8-CB54-4C29-A5FE-D9ABFFD6A991}" presName="sibTrans" presStyleCnt="0"/>
      <dgm:spPr/>
    </dgm:pt>
    <dgm:pt modelId="{B9EC11FC-EEBD-4742-9B09-769CA9F2FBB6}" type="pres">
      <dgm:prSet presAssocID="{250A1FA6-1F3D-4AD1-B04C-A283C591B018}" presName="compNode" presStyleCnt="0"/>
      <dgm:spPr/>
    </dgm:pt>
    <dgm:pt modelId="{E98AD8B8-68E7-4187-8820-3DBC6C24D1A8}" type="pres">
      <dgm:prSet presAssocID="{250A1FA6-1F3D-4AD1-B04C-A283C591B018}" presName="bgRect" presStyleLbl="bgShp" presStyleIdx="1" presStyleCnt="4"/>
      <dgm:spPr/>
    </dgm:pt>
    <dgm:pt modelId="{EFAB1EFC-3115-4339-AAD0-8671ADE15BBD}" type="pres">
      <dgm:prSet presAssocID="{250A1FA6-1F3D-4AD1-B04C-A283C591B01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EBF2D59-0292-459E-A21F-23D60A0DD307}" type="pres">
      <dgm:prSet presAssocID="{250A1FA6-1F3D-4AD1-B04C-A283C591B018}" presName="spaceRect" presStyleCnt="0"/>
      <dgm:spPr/>
    </dgm:pt>
    <dgm:pt modelId="{38B92194-143F-4898-8825-CB9494934133}" type="pres">
      <dgm:prSet presAssocID="{250A1FA6-1F3D-4AD1-B04C-A283C591B018}" presName="parTx" presStyleLbl="revTx" presStyleIdx="1" presStyleCnt="4">
        <dgm:presLayoutVars>
          <dgm:chMax val="0"/>
          <dgm:chPref val="0"/>
        </dgm:presLayoutVars>
      </dgm:prSet>
      <dgm:spPr/>
    </dgm:pt>
    <dgm:pt modelId="{7089DFE2-B8AA-4306-9C45-86160068D589}" type="pres">
      <dgm:prSet presAssocID="{BC9B3335-6324-4CDB-9F1E-9083CF23F213}" presName="sibTrans" presStyleCnt="0"/>
      <dgm:spPr/>
    </dgm:pt>
    <dgm:pt modelId="{8987D401-5BD0-4EF1-A0CD-7A5DCA285027}" type="pres">
      <dgm:prSet presAssocID="{DE8DCDB4-E99A-4633-B427-78A33A11BDE0}" presName="compNode" presStyleCnt="0"/>
      <dgm:spPr/>
    </dgm:pt>
    <dgm:pt modelId="{8C2DF929-7369-414F-A6AD-336BE9185FF2}" type="pres">
      <dgm:prSet presAssocID="{DE8DCDB4-E99A-4633-B427-78A33A11BDE0}" presName="bgRect" presStyleLbl="bgShp" presStyleIdx="2" presStyleCnt="4"/>
      <dgm:spPr/>
    </dgm:pt>
    <dgm:pt modelId="{75E37DED-A56D-44DE-BDA5-81C019489ECD}" type="pres">
      <dgm:prSet presAssocID="{DE8DCDB4-E99A-4633-B427-78A33A11BDE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088AA946-EA3F-416D-A777-620EBF0EED98}" type="pres">
      <dgm:prSet presAssocID="{DE8DCDB4-E99A-4633-B427-78A33A11BDE0}" presName="spaceRect" presStyleCnt="0"/>
      <dgm:spPr/>
    </dgm:pt>
    <dgm:pt modelId="{FE0DA276-5638-437C-9055-94C6BA1E522E}" type="pres">
      <dgm:prSet presAssocID="{DE8DCDB4-E99A-4633-B427-78A33A11BDE0}" presName="parTx" presStyleLbl="revTx" presStyleIdx="2" presStyleCnt="4">
        <dgm:presLayoutVars>
          <dgm:chMax val="0"/>
          <dgm:chPref val="0"/>
        </dgm:presLayoutVars>
      </dgm:prSet>
      <dgm:spPr/>
    </dgm:pt>
    <dgm:pt modelId="{AA062342-6A88-4D81-A56B-50944183C27B}" type="pres">
      <dgm:prSet presAssocID="{3E5B8F73-2B29-4535-8A0F-AA2908851CCC}" presName="sibTrans" presStyleCnt="0"/>
      <dgm:spPr/>
    </dgm:pt>
    <dgm:pt modelId="{31ACA754-5F35-4768-9048-1AB97B0DE71D}" type="pres">
      <dgm:prSet presAssocID="{949EE7A4-7D19-4539-851D-75070E0C8382}" presName="compNode" presStyleCnt="0"/>
      <dgm:spPr/>
    </dgm:pt>
    <dgm:pt modelId="{B3FF6194-6232-4C01-BBE3-2B364C431E73}" type="pres">
      <dgm:prSet presAssocID="{949EE7A4-7D19-4539-851D-75070E0C8382}" presName="bgRect" presStyleLbl="bgShp" presStyleIdx="3" presStyleCnt="4"/>
      <dgm:spPr/>
    </dgm:pt>
    <dgm:pt modelId="{1882CE1E-9126-4686-B4B1-A556DC12F40F}" type="pres">
      <dgm:prSet presAssocID="{949EE7A4-7D19-4539-851D-75070E0C838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5E85F891-8214-44D9-97E9-283B2997CC9E}" type="pres">
      <dgm:prSet presAssocID="{949EE7A4-7D19-4539-851D-75070E0C8382}" presName="spaceRect" presStyleCnt="0"/>
      <dgm:spPr/>
    </dgm:pt>
    <dgm:pt modelId="{A6440057-3DD2-4204-99F6-38E9378FAB74}" type="pres">
      <dgm:prSet presAssocID="{949EE7A4-7D19-4539-851D-75070E0C838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F730209-EE3A-4CA6-B733-8A88BC246F8F}" srcId="{860288E0-FB5E-485B-AB61-35027CBCA744}" destId="{250A1FA6-1F3D-4AD1-B04C-A283C591B018}" srcOrd="1" destOrd="0" parTransId="{CEA66381-CE82-4F79-9442-3860290D009D}" sibTransId="{BC9B3335-6324-4CDB-9F1E-9083CF23F213}"/>
    <dgm:cxn modelId="{C9A71B1F-9107-49BA-9260-A7573DF6E4B7}" type="presOf" srcId="{ED8EAF49-6841-49C3-AC23-998242289370}" destId="{E2D7AAC9-6728-41B9-A42D-C33DA46B3C81}" srcOrd="0" destOrd="0" presId="urn:microsoft.com/office/officeart/2018/2/layout/IconVerticalSolidList"/>
    <dgm:cxn modelId="{062DAF25-2F2E-4CC4-A3AA-198C8D98EC0A}" srcId="{860288E0-FB5E-485B-AB61-35027CBCA744}" destId="{DE8DCDB4-E99A-4633-B427-78A33A11BDE0}" srcOrd="2" destOrd="0" parTransId="{C04CC670-AAA0-4F8A-9E97-750729B1FC6D}" sibTransId="{3E5B8F73-2B29-4535-8A0F-AA2908851CCC}"/>
    <dgm:cxn modelId="{C004D23E-8101-4EE3-B31B-F58CD0BD863F}" srcId="{860288E0-FB5E-485B-AB61-35027CBCA744}" destId="{ED8EAF49-6841-49C3-AC23-998242289370}" srcOrd="0" destOrd="0" parTransId="{A467B5D5-CEE5-428B-83C2-5643EE127786}" sibTransId="{8C0B81A8-CB54-4C29-A5FE-D9ABFFD6A991}"/>
    <dgm:cxn modelId="{24C2F655-EAFC-4170-B666-81FC5E000435}" srcId="{860288E0-FB5E-485B-AB61-35027CBCA744}" destId="{949EE7A4-7D19-4539-851D-75070E0C8382}" srcOrd="3" destOrd="0" parTransId="{6E71B926-EC16-4683-B927-E3E851A0D7E2}" sibTransId="{D9720B2A-FAAB-4E8C-B087-6BE323E7D63F}"/>
    <dgm:cxn modelId="{FC447F76-725D-4143-B449-D7F5A2F4FA2C}" type="presOf" srcId="{860288E0-FB5E-485B-AB61-35027CBCA744}" destId="{CD254BF7-1E66-47A0-9D1C-619E0E1D81C8}" srcOrd="0" destOrd="0" presId="urn:microsoft.com/office/officeart/2018/2/layout/IconVerticalSolidList"/>
    <dgm:cxn modelId="{95789891-BA6A-47B4-9C98-072D8B9E069B}" type="presOf" srcId="{250A1FA6-1F3D-4AD1-B04C-A283C591B018}" destId="{38B92194-143F-4898-8825-CB9494934133}" srcOrd="0" destOrd="0" presId="urn:microsoft.com/office/officeart/2018/2/layout/IconVerticalSolidList"/>
    <dgm:cxn modelId="{F1ED6CB0-AB37-48EC-A54A-A35499813D85}" type="presOf" srcId="{949EE7A4-7D19-4539-851D-75070E0C8382}" destId="{A6440057-3DD2-4204-99F6-38E9378FAB74}" srcOrd="0" destOrd="0" presId="urn:microsoft.com/office/officeart/2018/2/layout/IconVerticalSolidList"/>
    <dgm:cxn modelId="{1F62F3B0-ADD7-4E96-963E-98C46500D251}" type="presOf" srcId="{DE8DCDB4-E99A-4633-B427-78A33A11BDE0}" destId="{FE0DA276-5638-437C-9055-94C6BA1E522E}" srcOrd="0" destOrd="0" presId="urn:microsoft.com/office/officeart/2018/2/layout/IconVerticalSolidList"/>
    <dgm:cxn modelId="{018EEED1-C9AC-499D-8F66-FC218E399306}" type="presParOf" srcId="{CD254BF7-1E66-47A0-9D1C-619E0E1D81C8}" destId="{EFD0E16B-845A-4920-B8A4-210AA029B222}" srcOrd="0" destOrd="0" presId="urn:microsoft.com/office/officeart/2018/2/layout/IconVerticalSolidList"/>
    <dgm:cxn modelId="{2EBD38C7-4727-42AB-A0A9-82317C6FDBB2}" type="presParOf" srcId="{EFD0E16B-845A-4920-B8A4-210AA029B222}" destId="{7301DE09-FDE7-43DE-9CC7-DB00BE8A32D1}" srcOrd="0" destOrd="0" presId="urn:microsoft.com/office/officeart/2018/2/layout/IconVerticalSolidList"/>
    <dgm:cxn modelId="{C7146699-E92E-4B4E-B117-709AE5ED39F6}" type="presParOf" srcId="{EFD0E16B-845A-4920-B8A4-210AA029B222}" destId="{806DE237-2FD4-419A-9819-7F90E5378BB7}" srcOrd="1" destOrd="0" presId="urn:microsoft.com/office/officeart/2018/2/layout/IconVerticalSolidList"/>
    <dgm:cxn modelId="{606130F5-4B08-4E51-A303-1E0BD5EB323C}" type="presParOf" srcId="{EFD0E16B-845A-4920-B8A4-210AA029B222}" destId="{E0685D1F-5CC0-48CF-8BFE-023963B858AB}" srcOrd="2" destOrd="0" presId="urn:microsoft.com/office/officeart/2018/2/layout/IconVerticalSolidList"/>
    <dgm:cxn modelId="{9E95958F-8EA9-4A2E-881C-B0FB66004712}" type="presParOf" srcId="{EFD0E16B-845A-4920-B8A4-210AA029B222}" destId="{E2D7AAC9-6728-41B9-A42D-C33DA46B3C81}" srcOrd="3" destOrd="0" presId="urn:microsoft.com/office/officeart/2018/2/layout/IconVerticalSolidList"/>
    <dgm:cxn modelId="{44E480D2-2BD2-476F-A265-76F1BE17342E}" type="presParOf" srcId="{CD254BF7-1E66-47A0-9D1C-619E0E1D81C8}" destId="{50EC423D-39AD-4B42-B3F2-C3698DC91ACC}" srcOrd="1" destOrd="0" presId="urn:microsoft.com/office/officeart/2018/2/layout/IconVerticalSolidList"/>
    <dgm:cxn modelId="{D75173A2-0377-41DF-8F85-C2466F0EE829}" type="presParOf" srcId="{CD254BF7-1E66-47A0-9D1C-619E0E1D81C8}" destId="{B9EC11FC-EEBD-4742-9B09-769CA9F2FBB6}" srcOrd="2" destOrd="0" presId="urn:microsoft.com/office/officeart/2018/2/layout/IconVerticalSolidList"/>
    <dgm:cxn modelId="{E1BDF361-8AB1-4FC7-8599-FB578A3148ED}" type="presParOf" srcId="{B9EC11FC-EEBD-4742-9B09-769CA9F2FBB6}" destId="{E98AD8B8-68E7-4187-8820-3DBC6C24D1A8}" srcOrd="0" destOrd="0" presId="urn:microsoft.com/office/officeart/2018/2/layout/IconVerticalSolidList"/>
    <dgm:cxn modelId="{06BC6360-8555-4E4A-8C78-50B423F6F965}" type="presParOf" srcId="{B9EC11FC-EEBD-4742-9B09-769CA9F2FBB6}" destId="{EFAB1EFC-3115-4339-AAD0-8671ADE15BBD}" srcOrd="1" destOrd="0" presId="urn:microsoft.com/office/officeart/2018/2/layout/IconVerticalSolidList"/>
    <dgm:cxn modelId="{2DDB5963-4A16-42F8-981D-F8B406726D47}" type="presParOf" srcId="{B9EC11FC-EEBD-4742-9B09-769CA9F2FBB6}" destId="{4EBF2D59-0292-459E-A21F-23D60A0DD307}" srcOrd="2" destOrd="0" presId="urn:microsoft.com/office/officeart/2018/2/layout/IconVerticalSolidList"/>
    <dgm:cxn modelId="{4B9DB7AE-3A0F-486A-9074-C9A106C8940D}" type="presParOf" srcId="{B9EC11FC-EEBD-4742-9B09-769CA9F2FBB6}" destId="{38B92194-143F-4898-8825-CB9494934133}" srcOrd="3" destOrd="0" presId="urn:microsoft.com/office/officeart/2018/2/layout/IconVerticalSolidList"/>
    <dgm:cxn modelId="{47692E03-7F04-48D8-9B20-B7A4CB3AB3DA}" type="presParOf" srcId="{CD254BF7-1E66-47A0-9D1C-619E0E1D81C8}" destId="{7089DFE2-B8AA-4306-9C45-86160068D589}" srcOrd="3" destOrd="0" presId="urn:microsoft.com/office/officeart/2018/2/layout/IconVerticalSolidList"/>
    <dgm:cxn modelId="{10F0421F-B7DA-45C9-B743-D3E2317C529C}" type="presParOf" srcId="{CD254BF7-1E66-47A0-9D1C-619E0E1D81C8}" destId="{8987D401-5BD0-4EF1-A0CD-7A5DCA285027}" srcOrd="4" destOrd="0" presId="urn:microsoft.com/office/officeart/2018/2/layout/IconVerticalSolidList"/>
    <dgm:cxn modelId="{8D744FF4-1C0A-4BB1-9DDB-29E07F669BA9}" type="presParOf" srcId="{8987D401-5BD0-4EF1-A0CD-7A5DCA285027}" destId="{8C2DF929-7369-414F-A6AD-336BE9185FF2}" srcOrd="0" destOrd="0" presId="urn:microsoft.com/office/officeart/2018/2/layout/IconVerticalSolidList"/>
    <dgm:cxn modelId="{49064D9A-7497-49A2-965D-F01925F4BA2C}" type="presParOf" srcId="{8987D401-5BD0-4EF1-A0CD-7A5DCA285027}" destId="{75E37DED-A56D-44DE-BDA5-81C019489ECD}" srcOrd="1" destOrd="0" presId="urn:microsoft.com/office/officeart/2018/2/layout/IconVerticalSolidList"/>
    <dgm:cxn modelId="{82CD6E76-2371-4258-91EE-6FB12C69010E}" type="presParOf" srcId="{8987D401-5BD0-4EF1-A0CD-7A5DCA285027}" destId="{088AA946-EA3F-416D-A777-620EBF0EED98}" srcOrd="2" destOrd="0" presId="urn:microsoft.com/office/officeart/2018/2/layout/IconVerticalSolidList"/>
    <dgm:cxn modelId="{95B70658-3A5E-40D7-9898-F621BE3C2154}" type="presParOf" srcId="{8987D401-5BD0-4EF1-A0CD-7A5DCA285027}" destId="{FE0DA276-5638-437C-9055-94C6BA1E522E}" srcOrd="3" destOrd="0" presId="urn:microsoft.com/office/officeart/2018/2/layout/IconVerticalSolidList"/>
    <dgm:cxn modelId="{40AC6C44-8A9F-4CF2-8360-7A116E115986}" type="presParOf" srcId="{CD254BF7-1E66-47A0-9D1C-619E0E1D81C8}" destId="{AA062342-6A88-4D81-A56B-50944183C27B}" srcOrd="5" destOrd="0" presId="urn:microsoft.com/office/officeart/2018/2/layout/IconVerticalSolidList"/>
    <dgm:cxn modelId="{1D6C7103-8963-4F4C-8989-B5EF949E3F49}" type="presParOf" srcId="{CD254BF7-1E66-47A0-9D1C-619E0E1D81C8}" destId="{31ACA754-5F35-4768-9048-1AB97B0DE71D}" srcOrd="6" destOrd="0" presId="urn:microsoft.com/office/officeart/2018/2/layout/IconVerticalSolidList"/>
    <dgm:cxn modelId="{5990B1F5-4688-4EE1-B39D-9033C12F0186}" type="presParOf" srcId="{31ACA754-5F35-4768-9048-1AB97B0DE71D}" destId="{B3FF6194-6232-4C01-BBE3-2B364C431E73}" srcOrd="0" destOrd="0" presId="urn:microsoft.com/office/officeart/2018/2/layout/IconVerticalSolidList"/>
    <dgm:cxn modelId="{2B41F676-6EEC-455D-BDAE-9FAD004101F4}" type="presParOf" srcId="{31ACA754-5F35-4768-9048-1AB97B0DE71D}" destId="{1882CE1E-9126-4686-B4B1-A556DC12F40F}" srcOrd="1" destOrd="0" presId="urn:microsoft.com/office/officeart/2018/2/layout/IconVerticalSolidList"/>
    <dgm:cxn modelId="{3D71127B-32B8-4D39-B858-CAAF0522ED17}" type="presParOf" srcId="{31ACA754-5F35-4768-9048-1AB97B0DE71D}" destId="{5E85F891-8214-44D9-97E9-283B2997CC9E}" srcOrd="2" destOrd="0" presId="urn:microsoft.com/office/officeart/2018/2/layout/IconVerticalSolidList"/>
    <dgm:cxn modelId="{308836C4-64D9-4953-BEDA-99D6DCA04EF3}" type="presParOf" srcId="{31ACA754-5F35-4768-9048-1AB97B0DE71D}" destId="{A6440057-3DD2-4204-99F6-38E9378FAB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9D7B0B1-6209-471F-8041-41EA4BB081C2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C57232-604E-4948-8207-EFA5289F0A8B}">
      <dgm:prSet/>
      <dgm:spPr/>
      <dgm:t>
        <a:bodyPr/>
        <a:lstStyle/>
        <a:p>
          <a:r>
            <a:rPr lang="en-US"/>
            <a:t>Identify</a:t>
          </a:r>
        </a:p>
      </dgm:t>
    </dgm:pt>
    <dgm:pt modelId="{236AA76C-3FA9-4755-86EC-8A3F5F10F299}" type="parTrans" cxnId="{E0B3EC95-05E0-4599-A6E8-1330D2ABDA58}">
      <dgm:prSet/>
      <dgm:spPr/>
      <dgm:t>
        <a:bodyPr/>
        <a:lstStyle/>
        <a:p>
          <a:endParaRPr lang="en-US"/>
        </a:p>
      </dgm:t>
    </dgm:pt>
    <dgm:pt modelId="{F72AE5BA-C709-4406-96BE-AEAAF50966F4}" type="sibTrans" cxnId="{E0B3EC95-05E0-4599-A6E8-1330D2ABDA58}">
      <dgm:prSet/>
      <dgm:spPr/>
      <dgm:t>
        <a:bodyPr/>
        <a:lstStyle/>
        <a:p>
          <a:endParaRPr lang="en-US"/>
        </a:p>
      </dgm:t>
    </dgm:pt>
    <dgm:pt modelId="{08732987-2EB0-46DD-843A-87790A6DD6E0}">
      <dgm:prSet/>
      <dgm:spPr/>
      <dgm:t>
        <a:bodyPr/>
        <a:lstStyle/>
        <a:p>
          <a:r>
            <a:rPr lang="en-US"/>
            <a:t>Identify workplace learning opportunities</a:t>
          </a:r>
        </a:p>
      </dgm:t>
    </dgm:pt>
    <dgm:pt modelId="{831B010F-AE55-44F6-891E-3DFA8FC0A3BC}" type="parTrans" cxnId="{29DA3E86-27FD-4F7E-93EC-D54C8161DA23}">
      <dgm:prSet/>
      <dgm:spPr/>
      <dgm:t>
        <a:bodyPr/>
        <a:lstStyle/>
        <a:p>
          <a:endParaRPr lang="en-US"/>
        </a:p>
      </dgm:t>
    </dgm:pt>
    <dgm:pt modelId="{780A280A-C7E9-47D9-9E23-6909B48AC8BB}" type="sibTrans" cxnId="{29DA3E86-27FD-4F7E-93EC-D54C8161DA23}">
      <dgm:prSet/>
      <dgm:spPr/>
      <dgm:t>
        <a:bodyPr/>
        <a:lstStyle/>
        <a:p>
          <a:endParaRPr lang="en-US"/>
        </a:p>
      </dgm:t>
    </dgm:pt>
    <dgm:pt modelId="{E55DD33B-376B-4DA4-A42A-D9D26157636A}">
      <dgm:prSet/>
      <dgm:spPr/>
      <dgm:t>
        <a:bodyPr/>
        <a:lstStyle/>
        <a:p>
          <a:r>
            <a:rPr lang="en-US"/>
            <a:t>Align</a:t>
          </a:r>
        </a:p>
      </dgm:t>
    </dgm:pt>
    <dgm:pt modelId="{6EC942B9-422B-470D-9295-150DE603A2F9}" type="parTrans" cxnId="{084AC903-3847-435B-94D2-F32B9FF6A93A}">
      <dgm:prSet/>
      <dgm:spPr/>
      <dgm:t>
        <a:bodyPr/>
        <a:lstStyle/>
        <a:p>
          <a:endParaRPr lang="en-US"/>
        </a:p>
      </dgm:t>
    </dgm:pt>
    <dgm:pt modelId="{C91DC835-089D-44FA-90C9-16ACA09E48BF}" type="sibTrans" cxnId="{084AC903-3847-435B-94D2-F32B9FF6A93A}">
      <dgm:prSet/>
      <dgm:spPr/>
      <dgm:t>
        <a:bodyPr/>
        <a:lstStyle/>
        <a:p>
          <a:endParaRPr lang="en-US"/>
        </a:p>
      </dgm:t>
    </dgm:pt>
    <dgm:pt modelId="{48D7E7F1-DE48-4E77-92E0-EDE8D667A23C}">
      <dgm:prSet/>
      <dgm:spPr/>
      <dgm:t>
        <a:bodyPr/>
        <a:lstStyle/>
        <a:p>
          <a:r>
            <a:rPr lang="en-US"/>
            <a:t>Align learning with production environments</a:t>
          </a:r>
        </a:p>
      </dgm:t>
    </dgm:pt>
    <dgm:pt modelId="{E6C65750-92CC-421A-9100-1BF6796B3449}" type="parTrans" cxnId="{49142F16-4335-47CD-8BD3-415AC7C06A1A}">
      <dgm:prSet/>
      <dgm:spPr/>
      <dgm:t>
        <a:bodyPr/>
        <a:lstStyle/>
        <a:p>
          <a:endParaRPr lang="en-US"/>
        </a:p>
      </dgm:t>
    </dgm:pt>
    <dgm:pt modelId="{4DA66787-F59D-4B4F-889D-BDD98F93DAA2}" type="sibTrans" cxnId="{49142F16-4335-47CD-8BD3-415AC7C06A1A}">
      <dgm:prSet/>
      <dgm:spPr/>
      <dgm:t>
        <a:bodyPr/>
        <a:lstStyle/>
        <a:p>
          <a:endParaRPr lang="en-US"/>
        </a:p>
      </dgm:t>
    </dgm:pt>
    <dgm:pt modelId="{8D9AC381-6B6D-4727-8C05-77B8B3B0A70A}">
      <dgm:prSet/>
      <dgm:spPr/>
      <dgm:t>
        <a:bodyPr/>
        <a:lstStyle/>
        <a:p>
          <a:r>
            <a:rPr lang="en-US"/>
            <a:t>Manage</a:t>
          </a:r>
        </a:p>
      </dgm:t>
    </dgm:pt>
    <dgm:pt modelId="{30CE6D1B-288E-453E-86DB-5F90E5209D24}" type="parTrans" cxnId="{F1BBD291-2444-4594-A1EB-B3EC835CFD73}">
      <dgm:prSet/>
      <dgm:spPr/>
      <dgm:t>
        <a:bodyPr/>
        <a:lstStyle/>
        <a:p>
          <a:endParaRPr lang="en-US"/>
        </a:p>
      </dgm:t>
    </dgm:pt>
    <dgm:pt modelId="{45F96F63-5C6D-4FE7-8A2B-FDC3B02A2B60}" type="sibTrans" cxnId="{F1BBD291-2444-4594-A1EB-B3EC835CFD73}">
      <dgm:prSet/>
      <dgm:spPr/>
      <dgm:t>
        <a:bodyPr/>
        <a:lstStyle/>
        <a:p>
          <a:endParaRPr lang="en-US"/>
        </a:p>
      </dgm:t>
    </dgm:pt>
    <dgm:pt modelId="{D2E8B6CA-3FA4-489E-8910-7FADB2128B12}">
      <dgm:prSet/>
      <dgm:spPr/>
      <dgm:t>
        <a:bodyPr/>
        <a:lstStyle/>
        <a:p>
          <a:r>
            <a:rPr lang="en-US"/>
            <a:t>Manage resources and logistics</a:t>
          </a:r>
        </a:p>
      </dgm:t>
    </dgm:pt>
    <dgm:pt modelId="{2095CCEF-8B9D-40B8-B5E1-B3D7980986B3}" type="parTrans" cxnId="{65FDD56A-B4E7-4539-8505-4DF08404A08A}">
      <dgm:prSet/>
      <dgm:spPr/>
      <dgm:t>
        <a:bodyPr/>
        <a:lstStyle/>
        <a:p>
          <a:endParaRPr lang="en-US"/>
        </a:p>
      </dgm:t>
    </dgm:pt>
    <dgm:pt modelId="{E765B256-DFC1-4CF6-B681-10794385AC0A}" type="sibTrans" cxnId="{65FDD56A-B4E7-4539-8505-4DF08404A08A}">
      <dgm:prSet/>
      <dgm:spPr/>
      <dgm:t>
        <a:bodyPr/>
        <a:lstStyle/>
        <a:p>
          <a:endParaRPr lang="en-US"/>
        </a:p>
      </dgm:t>
    </dgm:pt>
    <dgm:pt modelId="{A28EE44C-B2CE-4FBE-9CCC-F44188F57F2A}">
      <dgm:prSet/>
      <dgm:spPr/>
      <dgm:t>
        <a:bodyPr/>
        <a:lstStyle/>
        <a:p>
          <a:r>
            <a:rPr lang="en-US"/>
            <a:t>Ensure</a:t>
          </a:r>
        </a:p>
      </dgm:t>
    </dgm:pt>
    <dgm:pt modelId="{DAEF3969-01DC-4350-8AAC-7C279933EA4F}" type="parTrans" cxnId="{5C59762A-0790-46C1-88C9-96370C782F52}">
      <dgm:prSet/>
      <dgm:spPr/>
      <dgm:t>
        <a:bodyPr/>
        <a:lstStyle/>
        <a:p>
          <a:endParaRPr lang="en-US"/>
        </a:p>
      </dgm:t>
    </dgm:pt>
    <dgm:pt modelId="{4C0453F5-E289-4692-8FAD-C1EE50433607}" type="sibTrans" cxnId="{5C59762A-0790-46C1-88C9-96370C782F52}">
      <dgm:prSet/>
      <dgm:spPr/>
      <dgm:t>
        <a:bodyPr/>
        <a:lstStyle/>
        <a:p>
          <a:endParaRPr lang="en-US"/>
        </a:p>
      </dgm:t>
    </dgm:pt>
    <dgm:pt modelId="{A8362D23-1CC4-4CA7-8EC5-F3ED988D620B}">
      <dgm:prSet/>
      <dgm:spPr/>
      <dgm:t>
        <a:bodyPr/>
        <a:lstStyle/>
        <a:p>
          <a:r>
            <a:rPr lang="en-US"/>
            <a:t>Ensure minimal disruption to operations</a:t>
          </a:r>
        </a:p>
      </dgm:t>
    </dgm:pt>
    <dgm:pt modelId="{AC7CDA0D-0C54-41E9-9CE2-92E5D05F1289}" type="parTrans" cxnId="{D92BB8DA-1A3F-45B6-B0AA-B21E55471697}">
      <dgm:prSet/>
      <dgm:spPr/>
      <dgm:t>
        <a:bodyPr/>
        <a:lstStyle/>
        <a:p>
          <a:endParaRPr lang="en-US"/>
        </a:p>
      </dgm:t>
    </dgm:pt>
    <dgm:pt modelId="{A6A25A78-03A3-4251-A306-37AA705A7A3E}" type="sibTrans" cxnId="{D92BB8DA-1A3F-45B6-B0AA-B21E55471697}">
      <dgm:prSet/>
      <dgm:spPr/>
      <dgm:t>
        <a:bodyPr/>
        <a:lstStyle/>
        <a:p>
          <a:endParaRPr lang="en-US"/>
        </a:p>
      </dgm:t>
    </dgm:pt>
    <dgm:pt modelId="{E6CF6152-29BD-4A23-8C01-A191EDC51352}" type="pres">
      <dgm:prSet presAssocID="{C9D7B0B1-6209-471F-8041-41EA4BB081C2}" presName="Name0" presStyleCnt="0">
        <dgm:presLayoutVars>
          <dgm:dir/>
          <dgm:animLvl val="lvl"/>
          <dgm:resizeHandles val="exact"/>
        </dgm:presLayoutVars>
      </dgm:prSet>
      <dgm:spPr/>
    </dgm:pt>
    <dgm:pt modelId="{B4F6081B-6690-44A2-B0DC-17E8030D791E}" type="pres">
      <dgm:prSet presAssocID="{A28EE44C-B2CE-4FBE-9CCC-F44188F57F2A}" presName="boxAndChildren" presStyleCnt="0"/>
      <dgm:spPr/>
    </dgm:pt>
    <dgm:pt modelId="{A9713FB8-1169-4C39-9997-CB8F09E76B7B}" type="pres">
      <dgm:prSet presAssocID="{A28EE44C-B2CE-4FBE-9CCC-F44188F57F2A}" presName="parentTextBox" presStyleLbl="alignNode1" presStyleIdx="0" presStyleCnt="4"/>
      <dgm:spPr/>
    </dgm:pt>
    <dgm:pt modelId="{DE6F06A0-90C9-4A71-8861-91D5CD54616D}" type="pres">
      <dgm:prSet presAssocID="{A28EE44C-B2CE-4FBE-9CCC-F44188F57F2A}" presName="descendantBox" presStyleLbl="bgAccFollowNode1" presStyleIdx="0" presStyleCnt="4"/>
      <dgm:spPr/>
    </dgm:pt>
    <dgm:pt modelId="{2A36D835-F2FC-4F90-9855-CAF984C7B0A9}" type="pres">
      <dgm:prSet presAssocID="{45F96F63-5C6D-4FE7-8A2B-FDC3B02A2B60}" presName="sp" presStyleCnt="0"/>
      <dgm:spPr/>
    </dgm:pt>
    <dgm:pt modelId="{2902FCF5-9177-457A-A26F-86F668128BD4}" type="pres">
      <dgm:prSet presAssocID="{8D9AC381-6B6D-4727-8C05-77B8B3B0A70A}" presName="arrowAndChildren" presStyleCnt="0"/>
      <dgm:spPr/>
    </dgm:pt>
    <dgm:pt modelId="{9F284F13-5F77-4547-B94D-A0AB3034248C}" type="pres">
      <dgm:prSet presAssocID="{8D9AC381-6B6D-4727-8C05-77B8B3B0A70A}" presName="parentTextArrow" presStyleLbl="node1" presStyleIdx="0" presStyleCnt="0"/>
      <dgm:spPr/>
    </dgm:pt>
    <dgm:pt modelId="{A380F91E-4EF0-49DA-B5BC-ADE521D5A0D9}" type="pres">
      <dgm:prSet presAssocID="{8D9AC381-6B6D-4727-8C05-77B8B3B0A70A}" presName="arrow" presStyleLbl="alignNode1" presStyleIdx="1" presStyleCnt="4"/>
      <dgm:spPr/>
    </dgm:pt>
    <dgm:pt modelId="{3DA82A9E-251E-44BE-9D31-DFFF66117C58}" type="pres">
      <dgm:prSet presAssocID="{8D9AC381-6B6D-4727-8C05-77B8B3B0A70A}" presName="descendantArrow" presStyleLbl="bgAccFollowNode1" presStyleIdx="1" presStyleCnt="4"/>
      <dgm:spPr/>
    </dgm:pt>
    <dgm:pt modelId="{79FEB989-89A1-470C-A56E-85C8B9F5407C}" type="pres">
      <dgm:prSet presAssocID="{C91DC835-089D-44FA-90C9-16ACA09E48BF}" presName="sp" presStyleCnt="0"/>
      <dgm:spPr/>
    </dgm:pt>
    <dgm:pt modelId="{6FA7E0CD-8043-4F47-A05A-F72D31648343}" type="pres">
      <dgm:prSet presAssocID="{E55DD33B-376B-4DA4-A42A-D9D26157636A}" presName="arrowAndChildren" presStyleCnt="0"/>
      <dgm:spPr/>
    </dgm:pt>
    <dgm:pt modelId="{64C084F3-D3B5-4885-A002-C9C043F0C12F}" type="pres">
      <dgm:prSet presAssocID="{E55DD33B-376B-4DA4-A42A-D9D26157636A}" presName="parentTextArrow" presStyleLbl="node1" presStyleIdx="0" presStyleCnt="0"/>
      <dgm:spPr/>
    </dgm:pt>
    <dgm:pt modelId="{A8F465BA-C140-4E80-A77F-2AA32341B7C3}" type="pres">
      <dgm:prSet presAssocID="{E55DD33B-376B-4DA4-A42A-D9D26157636A}" presName="arrow" presStyleLbl="alignNode1" presStyleIdx="2" presStyleCnt="4"/>
      <dgm:spPr/>
    </dgm:pt>
    <dgm:pt modelId="{217C4460-1F11-4430-9615-E1DA97C44629}" type="pres">
      <dgm:prSet presAssocID="{E55DD33B-376B-4DA4-A42A-D9D26157636A}" presName="descendantArrow" presStyleLbl="bgAccFollowNode1" presStyleIdx="2" presStyleCnt="4"/>
      <dgm:spPr/>
    </dgm:pt>
    <dgm:pt modelId="{835D26A4-22AA-4E99-BAC8-4F7F93580FE4}" type="pres">
      <dgm:prSet presAssocID="{F72AE5BA-C709-4406-96BE-AEAAF50966F4}" presName="sp" presStyleCnt="0"/>
      <dgm:spPr/>
    </dgm:pt>
    <dgm:pt modelId="{C2E36062-FAEC-45E0-BCFE-52ED938108AF}" type="pres">
      <dgm:prSet presAssocID="{C5C57232-604E-4948-8207-EFA5289F0A8B}" presName="arrowAndChildren" presStyleCnt="0"/>
      <dgm:spPr/>
    </dgm:pt>
    <dgm:pt modelId="{D0060401-C5B7-46CA-B237-AC08A7F48894}" type="pres">
      <dgm:prSet presAssocID="{C5C57232-604E-4948-8207-EFA5289F0A8B}" presName="parentTextArrow" presStyleLbl="node1" presStyleIdx="0" presStyleCnt="0"/>
      <dgm:spPr/>
    </dgm:pt>
    <dgm:pt modelId="{8F9DFCD2-5ADD-4A48-999D-45B6493670C2}" type="pres">
      <dgm:prSet presAssocID="{C5C57232-604E-4948-8207-EFA5289F0A8B}" presName="arrow" presStyleLbl="alignNode1" presStyleIdx="3" presStyleCnt="4"/>
      <dgm:spPr/>
    </dgm:pt>
    <dgm:pt modelId="{4B39B9E4-2445-4706-8700-EDEC7A8D835F}" type="pres">
      <dgm:prSet presAssocID="{C5C57232-604E-4948-8207-EFA5289F0A8B}" presName="descendantArrow" presStyleLbl="bgAccFollowNode1" presStyleIdx="3" presStyleCnt="4"/>
      <dgm:spPr/>
    </dgm:pt>
  </dgm:ptLst>
  <dgm:cxnLst>
    <dgm:cxn modelId="{084AC903-3847-435B-94D2-F32B9FF6A93A}" srcId="{C9D7B0B1-6209-471F-8041-41EA4BB081C2}" destId="{E55DD33B-376B-4DA4-A42A-D9D26157636A}" srcOrd="1" destOrd="0" parTransId="{6EC942B9-422B-470D-9295-150DE603A2F9}" sibTransId="{C91DC835-089D-44FA-90C9-16ACA09E48BF}"/>
    <dgm:cxn modelId="{49142F16-4335-47CD-8BD3-415AC7C06A1A}" srcId="{E55DD33B-376B-4DA4-A42A-D9D26157636A}" destId="{48D7E7F1-DE48-4E77-92E0-EDE8D667A23C}" srcOrd="0" destOrd="0" parTransId="{E6C65750-92CC-421A-9100-1BF6796B3449}" sibTransId="{4DA66787-F59D-4B4F-889D-BDD98F93DAA2}"/>
    <dgm:cxn modelId="{5C59762A-0790-46C1-88C9-96370C782F52}" srcId="{C9D7B0B1-6209-471F-8041-41EA4BB081C2}" destId="{A28EE44C-B2CE-4FBE-9CCC-F44188F57F2A}" srcOrd="3" destOrd="0" parTransId="{DAEF3969-01DC-4350-8AAC-7C279933EA4F}" sibTransId="{4C0453F5-E289-4692-8FAD-C1EE50433607}"/>
    <dgm:cxn modelId="{FC636C36-D838-4F32-ABD6-A769807C5B5A}" type="presOf" srcId="{C9D7B0B1-6209-471F-8041-41EA4BB081C2}" destId="{E6CF6152-29BD-4A23-8C01-A191EDC51352}" srcOrd="0" destOrd="0" presId="urn:microsoft.com/office/officeart/2016/7/layout/VerticalDownArrowProcess"/>
    <dgm:cxn modelId="{CDA2FB67-E9A4-4508-B0AB-5F6488C9CB08}" type="presOf" srcId="{08732987-2EB0-46DD-843A-87790A6DD6E0}" destId="{4B39B9E4-2445-4706-8700-EDEC7A8D835F}" srcOrd="0" destOrd="0" presId="urn:microsoft.com/office/officeart/2016/7/layout/VerticalDownArrowProcess"/>
    <dgm:cxn modelId="{4AE96348-2327-415D-8A51-8480E9F10F77}" type="presOf" srcId="{E55DD33B-376B-4DA4-A42A-D9D26157636A}" destId="{A8F465BA-C140-4E80-A77F-2AA32341B7C3}" srcOrd="1" destOrd="0" presId="urn:microsoft.com/office/officeart/2016/7/layout/VerticalDownArrowProcess"/>
    <dgm:cxn modelId="{65FDD56A-B4E7-4539-8505-4DF08404A08A}" srcId="{8D9AC381-6B6D-4727-8C05-77B8B3B0A70A}" destId="{D2E8B6CA-3FA4-489E-8910-7FADB2128B12}" srcOrd="0" destOrd="0" parTransId="{2095CCEF-8B9D-40B8-B5E1-B3D7980986B3}" sibTransId="{E765B256-DFC1-4CF6-B681-10794385AC0A}"/>
    <dgm:cxn modelId="{2EAB4B71-5338-4841-9EC6-970FA33E2DAA}" type="presOf" srcId="{A8362D23-1CC4-4CA7-8EC5-F3ED988D620B}" destId="{DE6F06A0-90C9-4A71-8861-91D5CD54616D}" srcOrd="0" destOrd="0" presId="urn:microsoft.com/office/officeart/2016/7/layout/VerticalDownArrowProcess"/>
    <dgm:cxn modelId="{2EBF8351-69A3-4F80-95F0-AD6C325C14E0}" type="presOf" srcId="{A28EE44C-B2CE-4FBE-9CCC-F44188F57F2A}" destId="{A9713FB8-1169-4C39-9997-CB8F09E76B7B}" srcOrd="0" destOrd="0" presId="urn:microsoft.com/office/officeart/2016/7/layout/VerticalDownArrowProcess"/>
    <dgm:cxn modelId="{46B4F651-5B77-449B-9DA5-100305EE7045}" type="presOf" srcId="{C5C57232-604E-4948-8207-EFA5289F0A8B}" destId="{D0060401-C5B7-46CA-B237-AC08A7F48894}" srcOrd="0" destOrd="0" presId="urn:microsoft.com/office/officeart/2016/7/layout/VerticalDownArrowProcess"/>
    <dgm:cxn modelId="{99F13979-4845-4CE9-8EAF-087D840F7B55}" type="presOf" srcId="{C5C57232-604E-4948-8207-EFA5289F0A8B}" destId="{8F9DFCD2-5ADD-4A48-999D-45B6493670C2}" srcOrd="1" destOrd="0" presId="urn:microsoft.com/office/officeart/2016/7/layout/VerticalDownArrowProcess"/>
    <dgm:cxn modelId="{29DA3E86-27FD-4F7E-93EC-D54C8161DA23}" srcId="{C5C57232-604E-4948-8207-EFA5289F0A8B}" destId="{08732987-2EB0-46DD-843A-87790A6DD6E0}" srcOrd="0" destOrd="0" parTransId="{831B010F-AE55-44F6-891E-3DFA8FC0A3BC}" sibTransId="{780A280A-C7E9-47D9-9E23-6909B48AC8BB}"/>
    <dgm:cxn modelId="{F1BBD291-2444-4594-A1EB-B3EC835CFD73}" srcId="{C9D7B0B1-6209-471F-8041-41EA4BB081C2}" destId="{8D9AC381-6B6D-4727-8C05-77B8B3B0A70A}" srcOrd="2" destOrd="0" parTransId="{30CE6D1B-288E-453E-86DB-5F90E5209D24}" sibTransId="{45F96F63-5C6D-4FE7-8A2B-FDC3B02A2B60}"/>
    <dgm:cxn modelId="{E0B3EC95-05E0-4599-A6E8-1330D2ABDA58}" srcId="{C9D7B0B1-6209-471F-8041-41EA4BB081C2}" destId="{C5C57232-604E-4948-8207-EFA5289F0A8B}" srcOrd="0" destOrd="0" parTransId="{236AA76C-3FA9-4755-86EC-8A3F5F10F299}" sibTransId="{F72AE5BA-C709-4406-96BE-AEAAF50966F4}"/>
    <dgm:cxn modelId="{8CAD519B-D7F3-41C5-A5B6-38797EADB0DB}" type="presOf" srcId="{48D7E7F1-DE48-4E77-92E0-EDE8D667A23C}" destId="{217C4460-1F11-4430-9615-E1DA97C44629}" srcOrd="0" destOrd="0" presId="urn:microsoft.com/office/officeart/2016/7/layout/VerticalDownArrowProcess"/>
    <dgm:cxn modelId="{754BB89F-E9A7-4546-B41E-C445EA323F5A}" type="presOf" srcId="{8D9AC381-6B6D-4727-8C05-77B8B3B0A70A}" destId="{9F284F13-5F77-4547-B94D-A0AB3034248C}" srcOrd="0" destOrd="0" presId="urn:microsoft.com/office/officeart/2016/7/layout/VerticalDownArrowProcess"/>
    <dgm:cxn modelId="{6E196AAD-5954-4797-BAF3-5EDF6046A537}" type="presOf" srcId="{D2E8B6CA-3FA4-489E-8910-7FADB2128B12}" destId="{3DA82A9E-251E-44BE-9D31-DFFF66117C58}" srcOrd="0" destOrd="0" presId="urn:microsoft.com/office/officeart/2016/7/layout/VerticalDownArrowProcess"/>
    <dgm:cxn modelId="{D92BB8DA-1A3F-45B6-B0AA-B21E55471697}" srcId="{A28EE44C-B2CE-4FBE-9CCC-F44188F57F2A}" destId="{A8362D23-1CC4-4CA7-8EC5-F3ED988D620B}" srcOrd="0" destOrd="0" parTransId="{AC7CDA0D-0C54-41E9-9CE2-92E5D05F1289}" sibTransId="{A6A25A78-03A3-4251-A306-37AA705A7A3E}"/>
    <dgm:cxn modelId="{C1EDB6EC-DA5C-4504-AAD0-4B34E3768D8E}" type="presOf" srcId="{E55DD33B-376B-4DA4-A42A-D9D26157636A}" destId="{64C084F3-D3B5-4885-A002-C9C043F0C12F}" srcOrd="0" destOrd="0" presId="urn:microsoft.com/office/officeart/2016/7/layout/VerticalDownArrowProcess"/>
    <dgm:cxn modelId="{D13A36FC-A8EB-4E4F-AE82-6A48624BB770}" type="presOf" srcId="{8D9AC381-6B6D-4727-8C05-77B8B3B0A70A}" destId="{A380F91E-4EF0-49DA-B5BC-ADE521D5A0D9}" srcOrd="1" destOrd="0" presId="urn:microsoft.com/office/officeart/2016/7/layout/VerticalDownArrowProcess"/>
    <dgm:cxn modelId="{77B91AD7-64FB-4944-951E-B6B33AB23C37}" type="presParOf" srcId="{E6CF6152-29BD-4A23-8C01-A191EDC51352}" destId="{B4F6081B-6690-44A2-B0DC-17E8030D791E}" srcOrd="0" destOrd="0" presId="urn:microsoft.com/office/officeart/2016/7/layout/VerticalDownArrowProcess"/>
    <dgm:cxn modelId="{79064372-84A2-4B08-9189-A9A5D6EA3B4A}" type="presParOf" srcId="{B4F6081B-6690-44A2-B0DC-17E8030D791E}" destId="{A9713FB8-1169-4C39-9997-CB8F09E76B7B}" srcOrd="0" destOrd="0" presId="urn:microsoft.com/office/officeart/2016/7/layout/VerticalDownArrowProcess"/>
    <dgm:cxn modelId="{55EF8602-4767-4BE3-8B5C-3472CBC56A75}" type="presParOf" srcId="{B4F6081B-6690-44A2-B0DC-17E8030D791E}" destId="{DE6F06A0-90C9-4A71-8861-91D5CD54616D}" srcOrd="1" destOrd="0" presId="urn:microsoft.com/office/officeart/2016/7/layout/VerticalDownArrowProcess"/>
    <dgm:cxn modelId="{BDDE375D-7433-4FBB-A9A6-BA4AF3C24E78}" type="presParOf" srcId="{E6CF6152-29BD-4A23-8C01-A191EDC51352}" destId="{2A36D835-F2FC-4F90-9855-CAF984C7B0A9}" srcOrd="1" destOrd="0" presId="urn:microsoft.com/office/officeart/2016/7/layout/VerticalDownArrowProcess"/>
    <dgm:cxn modelId="{3BDCF14C-914A-4E75-A634-06BCBF997C14}" type="presParOf" srcId="{E6CF6152-29BD-4A23-8C01-A191EDC51352}" destId="{2902FCF5-9177-457A-A26F-86F668128BD4}" srcOrd="2" destOrd="0" presId="urn:microsoft.com/office/officeart/2016/7/layout/VerticalDownArrowProcess"/>
    <dgm:cxn modelId="{54316658-8FF4-4486-914D-E62C4CEF5032}" type="presParOf" srcId="{2902FCF5-9177-457A-A26F-86F668128BD4}" destId="{9F284F13-5F77-4547-B94D-A0AB3034248C}" srcOrd="0" destOrd="0" presId="urn:microsoft.com/office/officeart/2016/7/layout/VerticalDownArrowProcess"/>
    <dgm:cxn modelId="{DBA109EF-9CA4-41D7-8AE8-306AB4810A04}" type="presParOf" srcId="{2902FCF5-9177-457A-A26F-86F668128BD4}" destId="{A380F91E-4EF0-49DA-B5BC-ADE521D5A0D9}" srcOrd="1" destOrd="0" presId="urn:microsoft.com/office/officeart/2016/7/layout/VerticalDownArrowProcess"/>
    <dgm:cxn modelId="{B1AAD966-939B-439F-A61B-426ACE32ACDE}" type="presParOf" srcId="{2902FCF5-9177-457A-A26F-86F668128BD4}" destId="{3DA82A9E-251E-44BE-9D31-DFFF66117C58}" srcOrd="2" destOrd="0" presId="urn:microsoft.com/office/officeart/2016/7/layout/VerticalDownArrowProcess"/>
    <dgm:cxn modelId="{CC38785D-093B-447A-8FF3-200691AB5E26}" type="presParOf" srcId="{E6CF6152-29BD-4A23-8C01-A191EDC51352}" destId="{79FEB989-89A1-470C-A56E-85C8B9F5407C}" srcOrd="3" destOrd="0" presId="urn:microsoft.com/office/officeart/2016/7/layout/VerticalDownArrowProcess"/>
    <dgm:cxn modelId="{88A70D33-5E63-4921-AD4E-08812ED0BDA8}" type="presParOf" srcId="{E6CF6152-29BD-4A23-8C01-A191EDC51352}" destId="{6FA7E0CD-8043-4F47-A05A-F72D31648343}" srcOrd="4" destOrd="0" presId="urn:microsoft.com/office/officeart/2016/7/layout/VerticalDownArrowProcess"/>
    <dgm:cxn modelId="{C22705BA-811C-4618-AB72-E7FA9E0B420D}" type="presParOf" srcId="{6FA7E0CD-8043-4F47-A05A-F72D31648343}" destId="{64C084F3-D3B5-4885-A002-C9C043F0C12F}" srcOrd="0" destOrd="0" presId="urn:microsoft.com/office/officeart/2016/7/layout/VerticalDownArrowProcess"/>
    <dgm:cxn modelId="{93F4CE22-52F9-49E2-A169-3A63B75B1855}" type="presParOf" srcId="{6FA7E0CD-8043-4F47-A05A-F72D31648343}" destId="{A8F465BA-C140-4E80-A77F-2AA32341B7C3}" srcOrd="1" destOrd="0" presId="urn:microsoft.com/office/officeart/2016/7/layout/VerticalDownArrowProcess"/>
    <dgm:cxn modelId="{1CE0E105-03F5-42E7-A1FD-552083F68924}" type="presParOf" srcId="{6FA7E0CD-8043-4F47-A05A-F72D31648343}" destId="{217C4460-1F11-4430-9615-E1DA97C44629}" srcOrd="2" destOrd="0" presId="urn:microsoft.com/office/officeart/2016/7/layout/VerticalDownArrowProcess"/>
    <dgm:cxn modelId="{244AB0B2-1C4B-4911-8FED-B4432C46CE0E}" type="presParOf" srcId="{E6CF6152-29BD-4A23-8C01-A191EDC51352}" destId="{835D26A4-22AA-4E99-BAC8-4F7F93580FE4}" srcOrd="5" destOrd="0" presId="urn:microsoft.com/office/officeart/2016/7/layout/VerticalDownArrowProcess"/>
    <dgm:cxn modelId="{3785D9C1-1BD0-49AF-8417-1D12FA1A73A5}" type="presParOf" srcId="{E6CF6152-29BD-4A23-8C01-A191EDC51352}" destId="{C2E36062-FAEC-45E0-BCFE-52ED938108AF}" srcOrd="6" destOrd="0" presId="urn:microsoft.com/office/officeart/2016/7/layout/VerticalDownArrowProcess"/>
    <dgm:cxn modelId="{53B38D06-1A7F-4A8E-BF3B-8B20D37C7A66}" type="presParOf" srcId="{C2E36062-FAEC-45E0-BCFE-52ED938108AF}" destId="{D0060401-C5B7-46CA-B237-AC08A7F48894}" srcOrd="0" destOrd="0" presId="urn:microsoft.com/office/officeart/2016/7/layout/VerticalDownArrowProcess"/>
    <dgm:cxn modelId="{6588AD80-D0ED-4F67-B5C0-6226330BF72E}" type="presParOf" srcId="{C2E36062-FAEC-45E0-BCFE-52ED938108AF}" destId="{8F9DFCD2-5ADD-4A48-999D-45B6493670C2}" srcOrd="1" destOrd="0" presId="urn:microsoft.com/office/officeart/2016/7/layout/VerticalDownArrowProcess"/>
    <dgm:cxn modelId="{89A93691-31B4-46DE-975F-035852FCBD6C}" type="presParOf" srcId="{C2E36062-FAEC-45E0-BCFE-52ED938108AF}" destId="{4B39B9E4-2445-4706-8700-EDEC7A8D835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A2D56EA-8D87-4321-A5F6-2AF2677D40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C6DA74-FF43-40C0-B43B-357273E32612}">
      <dgm:prSet/>
      <dgm:spPr/>
      <dgm:t>
        <a:bodyPr/>
        <a:lstStyle/>
        <a:p>
          <a:r>
            <a:rPr lang="en-US"/>
            <a:t>Integrate learning with production cycles</a:t>
          </a:r>
        </a:p>
      </dgm:t>
    </dgm:pt>
    <dgm:pt modelId="{590CE6E4-E09C-4754-BDDC-79853A62D958}" type="parTrans" cxnId="{5C5B0BBE-4B4A-47F7-B665-41486FC55AE6}">
      <dgm:prSet/>
      <dgm:spPr/>
      <dgm:t>
        <a:bodyPr/>
        <a:lstStyle/>
        <a:p>
          <a:endParaRPr lang="en-US"/>
        </a:p>
      </dgm:t>
    </dgm:pt>
    <dgm:pt modelId="{CC732303-64AB-43CA-A9FC-EFFE45E3CC69}" type="sibTrans" cxnId="{5C5B0BBE-4B4A-47F7-B665-41486FC55AE6}">
      <dgm:prSet/>
      <dgm:spPr/>
      <dgm:t>
        <a:bodyPr/>
        <a:lstStyle/>
        <a:p>
          <a:endParaRPr lang="en-US"/>
        </a:p>
      </dgm:t>
    </dgm:pt>
    <dgm:pt modelId="{040BEFD7-73D8-4321-8F02-5AD490E48D07}">
      <dgm:prSet/>
      <dgm:spPr/>
      <dgm:t>
        <a:bodyPr/>
        <a:lstStyle/>
        <a:p>
          <a:r>
            <a:rPr lang="en-US"/>
            <a:t>Use flexible scheduling approaches</a:t>
          </a:r>
        </a:p>
      </dgm:t>
    </dgm:pt>
    <dgm:pt modelId="{9378CB28-7F05-41C6-914B-C02A8E621723}" type="parTrans" cxnId="{9AC95E6F-7950-4FC3-91CD-DDFE990E94B4}">
      <dgm:prSet/>
      <dgm:spPr/>
      <dgm:t>
        <a:bodyPr/>
        <a:lstStyle/>
        <a:p>
          <a:endParaRPr lang="en-US"/>
        </a:p>
      </dgm:t>
    </dgm:pt>
    <dgm:pt modelId="{4E47F670-30F4-45D2-BBE4-1E26B943C3A7}" type="sibTrans" cxnId="{9AC95E6F-7950-4FC3-91CD-DDFE990E94B4}">
      <dgm:prSet/>
      <dgm:spPr/>
      <dgm:t>
        <a:bodyPr/>
        <a:lstStyle/>
        <a:p>
          <a:endParaRPr lang="en-US"/>
        </a:p>
      </dgm:t>
    </dgm:pt>
    <dgm:pt modelId="{E1BA73F5-224E-40F0-80DD-85CDF42C4D56}">
      <dgm:prSet/>
      <dgm:spPr/>
      <dgm:t>
        <a:bodyPr/>
        <a:lstStyle/>
        <a:p>
          <a:r>
            <a:rPr lang="en-US"/>
            <a:t>Minimise operational disruptions</a:t>
          </a:r>
        </a:p>
      </dgm:t>
    </dgm:pt>
    <dgm:pt modelId="{51704416-2138-45BC-B03B-EAF65A6D7FBB}" type="parTrans" cxnId="{FAE30563-5F84-451A-9C30-A627FD58ED95}">
      <dgm:prSet/>
      <dgm:spPr/>
      <dgm:t>
        <a:bodyPr/>
        <a:lstStyle/>
        <a:p>
          <a:endParaRPr lang="en-US"/>
        </a:p>
      </dgm:t>
    </dgm:pt>
    <dgm:pt modelId="{CCDC8D62-CD63-4137-973D-C9EA75391686}" type="sibTrans" cxnId="{FAE30563-5F84-451A-9C30-A627FD58ED95}">
      <dgm:prSet/>
      <dgm:spPr/>
      <dgm:t>
        <a:bodyPr/>
        <a:lstStyle/>
        <a:p>
          <a:endParaRPr lang="en-US"/>
        </a:p>
      </dgm:t>
    </dgm:pt>
    <dgm:pt modelId="{A741E482-280C-4DEB-A2C6-7B822F6DF0B9}">
      <dgm:prSet/>
      <dgm:spPr/>
      <dgm:t>
        <a:bodyPr/>
        <a:lstStyle/>
        <a:p>
          <a:r>
            <a:rPr lang="en-US"/>
            <a:t>Monitor progress continuously</a:t>
          </a:r>
        </a:p>
      </dgm:t>
    </dgm:pt>
    <dgm:pt modelId="{B94D8694-63D2-4AEF-A86A-751EE7AE90AB}" type="parTrans" cxnId="{6CB4E9C6-9D3D-438D-B6A1-5B123F7352B0}">
      <dgm:prSet/>
      <dgm:spPr/>
      <dgm:t>
        <a:bodyPr/>
        <a:lstStyle/>
        <a:p>
          <a:endParaRPr lang="en-US"/>
        </a:p>
      </dgm:t>
    </dgm:pt>
    <dgm:pt modelId="{3DDFE0B3-B2B1-4146-A376-48D58F888058}" type="sibTrans" cxnId="{6CB4E9C6-9D3D-438D-B6A1-5B123F7352B0}">
      <dgm:prSet/>
      <dgm:spPr/>
      <dgm:t>
        <a:bodyPr/>
        <a:lstStyle/>
        <a:p>
          <a:endParaRPr lang="en-US"/>
        </a:p>
      </dgm:t>
    </dgm:pt>
    <dgm:pt modelId="{CFFE7A85-2B61-4AD6-9126-4FC07D952FB6}" type="pres">
      <dgm:prSet presAssocID="{6A2D56EA-8D87-4321-A5F6-2AF2677D405F}" presName="root" presStyleCnt="0">
        <dgm:presLayoutVars>
          <dgm:dir/>
          <dgm:resizeHandles val="exact"/>
        </dgm:presLayoutVars>
      </dgm:prSet>
      <dgm:spPr/>
    </dgm:pt>
    <dgm:pt modelId="{E9649950-4D7A-492F-9FD6-2C2879BCCBA3}" type="pres">
      <dgm:prSet presAssocID="{68C6DA74-FF43-40C0-B43B-357273E32612}" presName="compNode" presStyleCnt="0"/>
      <dgm:spPr/>
    </dgm:pt>
    <dgm:pt modelId="{2E5E5992-4A5D-4E7A-A51E-435EC49AB7BD}" type="pres">
      <dgm:prSet presAssocID="{68C6DA74-FF43-40C0-B43B-357273E32612}" presName="bgRect" presStyleLbl="bgShp" presStyleIdx="0" presStyleCnt="4"/>
      <dgm:spPr/>
    </dgm:pt>
    <dgm:pt modelId="{7A3B821C-1FFD-4977-959F-9EC047E8584B}" type="pres">
      <dgm:prSet presAssocID="{68C6DA74-FF43-40C0-B43B-357273E3261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1008B23-7CDF-40C1-B35C-AD5E45B77301}" type="pres">
      <dgm:prSet presAssocID="{68C6DA74-FF43-40C0-B43B-357273E32612}" presName="spaceRect" presStyleCnt="0"/>
      <dgm:spPr/>
    </dgm:pt>
    <dgm:pt modelId="{C6C43418-94C3-4842-BFBF-3C2A4F3F4500}" type="pres">
      <dgm:prSet presAssocID="{68C6DA74-FF43-40C0-B43B-357273E32612}" presName="parTx" presStyleLbl="revTx" presStyleIdx="0" presStyleCnt="4">
        <dgm:presLayoutVars>
          <dgm:chMax val="0"/>
          <dgm:chPref val="0"/>
        </dgm:presLayoutVars>
      </dgm:prSet>
      <dgm:spPr/>
    </dgm:pt>
    <dgm:pt modelId="{9BEAB050-8BFD-4C46-8BBD-D22296B857A2}" type="pres">
      <dgm:prSet presAssocID="{CC732303-64AB-43CA-A9FC-EFFE45E3CC69}" presName="sibTrans" presStyleCnt="0"/>
      <dgm:spPr/>
    </dgm:pt>
    <dgm:pt modelId="{674F100A-0161-4EEA-B4A8-1C1911A8EE50}" type="pres">
      <dgm:prSet presAssocID="{040BEFD7-73D8-4321-8F02-5AD490E48D07}" presName="compNode" presStyleCnt="0"/>
      <dgm:spPr/>
    </dgm:pt>
    <dgm:pt modelId="{656E71AF-4B40-4219-99B0-E317A90F2300}" type="pres">
      <dgm:prSet presAssocID="{040BEFD7-73D8-4321-8F02-5AD490E48D07}" presName="bgRect" presStyleLbl="bgShp" presStyleIdx="1" presStyleCnt="4"/>
      <dgm:spPr/>
    </dgm:pt>
    <dgm:pt modelId="{1594A7E5-DFE8-44F4-9003-CE9BDC61C17F}" type="pres">
      <dgm:prSet presAssocID="{040BEFD7-73D8-4321-8F02-5AD490E48D0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8A668CB-700F-4046-8844-7043BC58D5C7}" type="pres">
      <dgm:prSet presAssocID="{040BEFD7-73D8-4321-8F02-5AD490E48D07}" presName="spaceRect" presStyleCnt="0"/>
      <dgm:spPr/>
    </dgm:pt>
    <dgm:pt modelId="{87BA267C-453D-4669-8FFC-DCED64C5B350}" type="pres">
      <dgm:prSet presAssocID="{040BEFD7-73D8-4321-8F02-5AD490E48D07}" presName="parTx" presStyleLbl="revTx" presStyleIdx="1" presStyleCnt="4">
        <dgm:presLayoutVars>
          <dgm:chMax val="0"/>
          <dgm:chPref val="0"/>
        </dgm:presLayoutVars>
      </dgm:prSet>
      <dgm:spPr/>
    </dgm:pt>
    <dgm:pt modelId="{38D3B457-C6EE-4201-B66F-F81C3D857ABE}" type="pres">
      <dgm:prSet presAssocID="{4E47F670-30F4-45D2-BBE4-1E26B943C3A7}" presName="sibTrans" presStyleCnt="0"/>
      <dgm:spPr/>
    </dgm:pt>
    <dgm:pt modelId="{360F430B-8489-4E4A-AB47-1D44EA92311C}" type="pres">
      <dgm:prSet presAssocID="{E1BA73F5-224E-40F0-80DD-85CDF42C4D56}" presName="compNode" presStyleCnt="0"/>
      <dgm:spPr/>
    </dgm:pt>
    <dgm:pt modelId="{4238E861-9033-4D00-A6EE-ACFA3101576A}" type="pres">
      <dgm:prSet presAssocID="{E1BA73F5-224E-40F0-80DD-85CDF42C4D56}" presName="bgRect" presStyleLbl="bgShp" presStyleIdx="2" presStyleCnt="4"/>
      <dgm:spPr/>
    </dgm:pt>
    <dgm:pt modelId="{60D551AA-A6C1-4B19-9787-44DCBE38D76B}" type="pres">
      <dgm:prSet presAssocID="{E1BA73F5-224E-40F0-80DD-85CDF42C4D5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0155265-F430-4395-B1F5-A7319D62AAF1}" type="pres">
      <dgm:prSet presAssocID="{E1BA73F5-224E-40F0-80DD-85CDF42C4D56}" presName="spaceRect" presStyleCnt="0"/>
      <dgm:spPr/>
    </dgm:pt>
    <dgm:pt modelId="{F264B1AC-A3ED-4E1C-95CD-218C09F80395}" type="pres">
      <dgm:prSet presAssocID="{E1BA73F5-224E-40F0-80DD-85CDF42C4D56}" presName="parTx" presStyleLbl="revTx" presStyleIdx="2" presStyleCnt="4">
        <dgm:presLayoutVars>
          <dgm:chMax val="0"/>
          <dgm:chPref val="0"/>
        </dgm:presLayoutVars>
      </dgm:prSet>
      <dgm:spPr/>
    </dgm:pt>
    <dgm:pt modelId="{3E8D70B9-B76C-4692-A161-D1151D9BC07C}" type="pres">
      <dgm:prSet presAssocID="{CCDC8D62-CD63-4137-973D-C9EA75391686}" presName="sibTrans" presStyleCnt="0"/>
      <dgm:spPr/>
    </dgm:pt>
    <dgm:pt modelId="{2DBCADFA-5BF0-4505-AA09-A3769122DE7E}" type="pres">
      <dgm:prSet presAssocID="{A741E482-280C-4DEB-A2C6-7B822F6DF0B9}" presName="compNode" presStyleCnt="0"/>
      <dgm:spPr/>
    </dgm:pt>
    <dgm:pt modelId="{F32F1FC1-DE82-4117-803B-A9DAB1CCD70C}" type="pres">
      <dgm:prSet presAssocID="{A741E482-280C-4DEB-A2C6-7B822F6DF0B9}" presName="bgRect" presStyleLbl="bgShp" presStyleIdx="3" presStyleCnt="4"/>
      <dgm:spPr/>
    </dgm:pt>
    <dgm:pt modelId="{2BAF0C32-3CBB-4070-B669-3A85B636586F}" type="pres">
      <dgm:prSet presAssocID="{A741E482-280C-4DEB-A2C6-7B822F6DF0B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BED2779-0564-46AB-BA12-7D10B1326E1E}" type="pres">
      <dgm:prSet presAssocID="{A741E482-280C-4DEB-A2C6-7B822F6DF0B9}" presName="spaceRect" presStyleCnt="0"/>
      <dgm:spPr/>
    </dgm:pt>
    <dgm:pt modelId="{7F5E761F-2424-4610-BF1D-FBD0176B3AA3}" type="pres">
      <dgm:prSet presAssocID="{A741E482-280C-4DEB-A2C6-7B822F6DF0B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E30563-5F84-451A-9C30-A627FD58ED95}" srcId="{6A2D56EA-8D87-4321-A5F6-2AF2677D405F}" destId="{E1BA73F5-224E-40F0-80DD-85CDF42C4D56}" srcOrd="2" destOrd="0" parTransId="{51704416-2138-45BC-B03B-EAF65A6D7FBB}" sibTransId="{CCDC8D62-CD63-4137-973D-C9EA75391686}"/>
    <dgm:cxn modelId="{9AC95E6F-7950-4FC3-91CD-DDFE990E94B4}" srcId="{6A2D56EA-8D87-4321-A5F6-2AF2677D405F}" destId="{040BEFD7-73D8-4321-8F02-5AD490E48D07}" srcOrd="1" destOrd="0" parTransId="{9378CB28-7F05-41C6-914B-C02A8E621723}" sibTransId="{4E47F670-30F4-45D2-BBE4-1E26B943C3A7}"/>
    <dgm:cxn modelId="{59120B70-E870-41AE-AE83-99A3C5B56F45}" type="presOf" srcId="{68C6DA74-FF43-40C0-B43B-357273E32612}" destId="{C6C43418-94C3-4842-BFBF-3C2A4F3F4500}" srcOrd="0" destOrd="0" presId="urn:microsoft.com/office/officeart/2018/2/layout/IconVerticalSolidList"/>
    <dgm:cxn modelId="{C44B4EA4-D4DB-45B1-AA36-010F67E2BFB3}" type="presOf" srcId="{A741E482-280C-4DEB-A2C6-7B822F6DF0B9}" destId="{7F5E761F-2424-4610-BF1D-FBD0176B3AA3}" srcOrd="0" destOrd="0" presId="urn:microsoft.com/office/officeart/2018/2/layout/IconVerticalSolidList"/>
    <dgm:cxn modelId="{703884A4-847D-43A2-B00A-9F4E7D614755}" type="presOf" srcId="{6A2D56EA-8D87-4321-A5F6-2AF2677D405F}" destId="{CFFE7A85-2B61-4AD6-9126-4FC07D952FB6}" srcOrd="0" destOrd="0" presId="urn:microsoft.com/office/officeart/2018/2/layout/IconVerticalSolidList"/>
    <dgm:cxn modelId="{5C5B0BBE-4B4A-47F7-B665-41486FC55AE6}" srcId="{6A2D56EA-8D87-4321-A5F6-2AF2677D405F}" destId="{68C6DA74-FF43-40C0-B43B-357273E32612}" srcOrd="0" destOrd="0" parTransId="{590CE6E4-E09C-4754-BDDC-79853A62D958}" sibTransId="{CC732303-64AB-43CA-A9FC-EFFE45E3CC69}"/>
    <dgm:cxn modelId="{6CB4E9C6-9D3D-438D-B6A1-5B123F7352B0}" srcId="{6A2D56EA-8D87-4321-A5F6-2AF2677D405F}" destId="{A741E482-280C-4DEB-A2C6-7B822F6DF0B9}" srcOrd="3" destOrd="0" parTransId="{B94D8694-63D2-4AEF-A86A-751EE7AE90AB}" sibTransId="{3DDFE0B3-B2B1-4146-A376-48D58F888058}"/>
    <dgm:cxn modelId="{EFD00DCB-3837-4697-BA5E-508944ACEF99}" type="presOf" srcId="{E1BA73F5-224E-40F0-80DD-85CDF42C4D56}" destId="{F264B1AC-A3ED-4E1C-95CD-218C09F80395}" srcOrd="0" destOrd="0" presId="urn:microsoft.com/office/officeart/2018/2/layout/IconVerticalSolidList"/>
    <dgm:cxn modelId="{00E845D0-8EC9-4F5B-8602-866AF92A5FC3}" type="presOf" srcId="{040BEFD7-73D8-4321-8F02-5AD490E48D07}" destId="{87BA267C-453D-4669-8FFC-DCED64C5B350}" srcOrd="0" destOrd="0" presId="urn:microsoft.com/office/officeart/2018/2/layout/IconVerticalSolidList"/>
    <dgm:cxn modelId="{204D0496-794D-4450-99C8-3750286B6BE8}" type="presParOf" srcId="{CFFE7A85-2B61-4AD6-9126-4FC07D952FB6}" destId="{E9649950-4D7A-492F-9FD6-2C2879BCCBA3}" srcOrd="0" destOrd="0" presId="urn:microsoft.com/office/officeart/2018/2/layout/IconVerticalSolidList"/>
    <dgm:cxn modelId="{71C298D2-1E78-444B-9723-8257A8279EDA}" type="presParOf" srcId="{E9649950-4D7A-492F-9FD6-2C2879BCCBA3}" destId="{2E5E5992-4A5D-4E7A-A51E-435EC49AB7BD}" srcOrd="0" destOrd="0" presId="urn:microsoft.com/office/officeart/2018/2/layout/IconVerticalSolidList"/>
    <dgm:cxn modelId="{F8F232C8-F1F4-4634-B5B3-1FB86BB4872A}" type="presParOf" srcId="{E9649950-4D7A-492F-9FD6-2C2879BCCBA3}" destId="{7A3B821C-1FFD-4977-959F-9EC047E8584B}" srcOrd="1" destOrd="0" presId="urn:microsoft.com/office/officeart/2018/2/layout/IconVerticalSolidList"/>
    <dgm:cxn modelId="{27746C60-ED66-4415-9D15-B965020C9593}" type="presParOf" srcId="{E9649950-4D7A-492F-9FD6-2C2879BCCBA3}" destId="{A1008B23-7CDF-40C1-B35C-AD5E45B77301}" srcOrd="2" destOrd="0" presId="urn:microsoft.com/office/officeart/2018/2/layout/IconVerticalSolidList"/>
    <dgm:cxn modelId="{AD1E54CF-F6E2-4830-9821-13F4A682DE98}" type="presParOf" srcId="{E9649950-4D7A-492F-9FD6-2C2879BCCBA3}" destId="{C6C43418-94C3-4842-BFBF-3C2A4F3F4500}" srcOrd="3" destOrd="0" presId="urn:microsoft.com/office/officeart/2018/2/layout/IconVerticalSolidList"/>
    <dgm:cxn modelId="{A1F95488-1552-49F0-81ED-CF095A61B99F}" type="presParOf" srcId="{CFFE7A85-2B61-4AD6-9126-4FC07D952FB6}" destId="{9BEAB050-8BFD-4C46-8BBD-D22296B857A2}" srcOrd="1" destOrd="0" presId="urn:microsoft.com/office/officeart/2018/2/layout/IconVerticalSolidList"/>
    <dgm:cxn modelId="{26F6FD3B-BCF9-42D4-A56E-B27F5CFA1A49}" type="presParOf" srcId="{CFFE7A85-2B61-4AD6-9126-4FC07D952FB6}" destId="{674F100A-0161-4EEA-B4A8-1C1911A8EE50}" srcOrd="2" destOrd="0" presId="urn:microsoft.com/office/officeart/2018/2/layout/IconVerticalSolidList"/>
    <dgm:cxn modelId="{434C9E95-30DD-4FDB-A7F4-C042FC62CFD0}" type="presParOf" srcId="{674F100A-0161-4EEA-B4A8-1C1911A8EE50}" destId="{656E71AF-4B40-4219-99B0-E317A90F2300}" srcOrd="0" destOrd="0" presId="urn:microsoft.com/office/officeart/2018/2/layout/IconVerticalSolidList"/>
    <dgm:cxn modelId="{952B071E-0836-4CA1-A5CD-1028B97B13BA}" type="presParOf" srcId="{674F100A-0161-4EEA-B4A8-1C1911A8EE50}" destId="{1594A7E5-DFE8-44F4-9003-CE9BDC61C17F}" srcOrd="1" destOrd="0" presId="urn:microsoft.com/office/officeart/2018/2/layout/IconVerticalSolidList"/>
    <dgm:cxn modelId="{B37307BA-2D33-4B82-B008-3C1FE3CAE388}" type="presParOf" srcId="{674F100A-0161-4EEA-B4A8-1C1911A8EE50}" destId="{88A668CB-700F-4046-8844-7043BC58D5C7}" srcOrd="2" destOrd="0" presId="urn:microsoft.com/office/officeart/2018/2/layout/IconVerticalSolidList"/>
    <dgm:cxn modelId="{6177AAFF-D87E-48BC-81F3-54CCE133C0FB}" type="presParOf" srcId="{674F100A-0161-4EEA-B4A8-1C1911A8EE50}" destId="{87BA267C-453D-4669-8FFC-DCED64C5B350}" srcOrd="3" destOrd="0" presId="urn:microsoft.com/office/officeart/2018/2/layout/IconVerticalSolidList"/>
    <dgm:cxn modelId="{942D4198-9420-49EC-B1A7-80CB5C20915B}" type="presParOf" srcId="{CFFE7A85-2B61-4AD6-9126-4FC07D952FB6}" destId="{38D3B457-C6EE-4201-B66F-F81C3D857ABE}" srcOrd="3" destOrd="0" presId="urn:microsoft.com/office/officeart/2018/2/layout/IconVerticalSolidList"/>
    <dgm:cxn modelId="{76E2B3AA-2E41-4411-BA9A-28FBBF51E546}" type="presParOf" srcId="{CFFE7A85-2B61-4AD6-9126-4FC07D952FB6}" destId="{360F430B-8489-4E4A-AB47-1D44EA92311C}" srcOrd="4" destOrd="0" presId="urn:microsoft.com/office/officeart/2018/2/layout/IconVerticalSolidList"/>
    <dgm:cxn modelId="{B874C604-85E8-4A4C-A332-DAD91D142DB9}" type="presParOf" srcId="{360F430B-8489-4E4A-AB47-1D44EA92311C}" destId="{4238E861-9033-4D00-A6EE-ACFA3101576A}" srcOrd="0" destOrd="0" presId="urn:microsoft.com/office/officeart/2018/2/layout/IconVerticalSolidList"/>
    <dgm:cxn modelId="{DE670DCA-22DB-4A2B-9CE8-32D5113AD124}" type="presParOf" srcId="{360F430B-8489-4E4A-AB47-1D44EA92311C}" destId="{60D551AA-A6C1-4B19-9787-44DCBE38D76B}" srcOrd="1" destOrd="0" presId="urn:microsoft.com/office/officeart/2018/2/layout/IconVerticalSolidList"/>
    <dgm:cxn modelId="{673CB4AC-9471-42BD-AE98-F98EC4289845}" type="presParOf" srcId="{360F430B-8489-4E4A-AB47-1D44EA92311C}" destId="{50155265-F430-4395-B1F5-A7319D62AAF1}" srcOrd="2" destOrd="0" presId="urn:microsoft.com/office/officeart/2018/2/layout/IconVerticalSolidList"/>
    <dgm:cxn modelId="{024DDA89-1BAD-4F8C-B483-0C25E6BE0EF8}" type="presParOf" srcId="{360F430B-8489-4E4A-AB47-1D44EA92311C}" destId="{F264B1AC-A3ED-4E1C-95CD-218C09F80395}" srcOrd="3" destOrd="0" presId="urn:microsoft.com/office/officeart/2018/2/layout/IconVerticalSolidList"/>
    <dgm:cxn modelId="{537F9D2E-282C-482F-82FA-9D9BC0D80959}" type="presParOf" srcId="{CFFE7A85-2B61-4AD6-9126-4FC07D952FB6}" destId="{3E8D70B9-B76C-4692-A161-D1151D9BC07C}" srcOrd="5" destOrd="0" presId="urn:microsoft.com/office/officeart/2018/2/layout/IconVerticalSolidList"/>
    <dgm:cxn modelId="{B24F60AB-E31B-40F7-8F4E-2A089AB00A1E}" type="presParOf" srcId="{CFFE7A85-2B61-4AD6-9126-4FC07D952FB6}" destId="{2DBCADFA-5BF0-4505-AA09-A3769122DE7E}" srcOrd="6" destOrd="0" presId="urn:microsoft.com/office/officeart/2018/2/layout/IconVerticalSolidList"/>
    <dgm:cxn modelId="{C65B545A-87EA-4B59-AD4C-84C1C766214C}" type="presParOf" srcId="{2DBCADFA-5BF0-4505-AA09-A3769122DE7E}" destId="{F32F1FC1-DE82-4117-803B-A9DAB1CCD70C}" srcOrd="0" destOrd="0" presId="urn:microsoft.com/office/officeart/2018/2/layout/IconVerticalSolidList"/>
    <dgm:cxn modelId="{84902856-DF93-4315-84C7-33FB5336E631}" type="presParOf" srcId="{2DBCADFA-5BF0-4505-AA09-A3769122DE7E}" destId="{2BAF0C32-3CBB-4070-B669-3A85B636586F}" srcOrd="1" destOrd="0" presId="urn:microsoft.com/office/officeart/2018/2/layout/IconVerticalSolidList"/>
    <dgm:cxn modelId="{ECEA7C20-0D74-438B-A7F7-7F267C753229}" type="presParOf" srcId="{2DBCADFA-5BF0-4505-AA09-A3769122DE7E}" destId="{5BED2779-0564-46AB-BA12-7D10B1326E1E}" srcOrd="2" destOrd="0" presId="urn:microsoft.com/office/officeart/2018/2/layout/IconVerticalSolidList"/>
    <dgm:cxn modelId="{C925351E-6E37-43E0-8DFA-B789DEC8DEE3}" type="presParOf" srcId="{2DBCADFA-5BF0-4505-AA09-A3769122DE7E}" destId="{7F5E761F-2424-4610-BF1D-FBD0176B3A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1B7B72F-6DCB-4888-B954-0DAA13323DC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ED6667C-352E-4179-8585-139A38D56FB8}">
      <dgm:prSet/>
      <dgm:spPr/>
      <dgm:t>
        <a:bodyPr/>
        <a:lstStyle/>
        <a:p>
          <a:pPr>
            <a:defRPr cap="all"/>
          </a:pPr>
          <a:r>
            <a:rPr lang="en-US"/>
            <a:t>Coaching principles and practices</a:t>
          </a:r>
        </a:p>
      </dgm:t>
    </dgm:pt>
    <dgm:pt modelId="{37D2EAAB-A33D-4703-8FA2-C7702F7FE76A}" type="parTrans" cxnId="{1F5072C2-71F5-45C9-9336-74037BC83318}">
      <dgm:prSet/>
      <dgm:spPr/>
      <dgm:t>
        <a:bodyPr/>
        <a:lstStyle/>
        <a:p>
          <a:endParaRPr lang="en-US"/>
        </a:p>
      </dgm:t>
    </dgm:pt>
    <dgm:pt modelId="{E9544A05-15B4-4322-A650-641CBB4F1393}" type="sibTrans" cxnId="{1F5072C2-71F5-45C9-9336-74037BC83318}">
      <dgm:prSet/>
      <dgm:spPr/>
      <dgm:t>
        <a:bodyPr/>
        <a:lstStyle/>
        <a:p>
          <a:endParaRPr lang="en-US"/>
        </a:p>
      </dgm:t>
    </dgm:pt>
    <dgm:pt modelId="{3BE5BDCE-D59B-414C-B8CB-5DF5061E7210}">
      <dgm:prSet/>
      <dgm:spPr/>
      <dgm:t>
        <a:bodyPr/>
        <a:lstStyle/>
        <a:p>
          <a:pPr>
            <a:defRPr cap="all"/>
          </a:pPr>
          <a:r>
            <a:rPr lang="en-US"/>
            <a:t>Mentorship principles and practices</a:t>
          </a:r>
        </a:p>
      </dgm:t>
    </dgm:pt>
    <dgm:pt modelId="{C541722C-030A-4F23-BE54-A0D80872F709}" type="parTrans" cxnId="{20D6318A-70E9-4EDF-840F-413E9303EB04}">
      <dgm:prSet/>
      <dgm:spPr/>
      <dgm:t>
        <a:bodyPr/>
        <a:lstStyle/>
        <a:p>
          <a:endParaRPr lang="en-US"/>
        </a:p>
      </dgm:t>
    </dgm:pt>
    <dgm:pt modelId="{DC91C4E9-490C-43EB-9D40-A8C892ACC947}" type="sibTrans" cxnId="{20D6318A-70E9-4EDF-840F-413E9303EB04}">
      <dgm:prSet/>
      <dgm:spPr/>
      <dgm:t>
        <a:bodyPr/>
        <a:lstStyle/>
        <a:p>
          <a:endParaRPr lang="en-US"/>
        </a:p>
      </dgm:t>
    </dgm:pt>
    <dgm:pt modelId="{B572DD7B-EE8C-4EFE-BF45-CC46570AD852}">
      <dgm:prSet/>
      <dgm:spPr/>
      <dgm:t>
        <a:bodyPr/>
        <a:lstStyle/>
        <a:p>
          <a:pPr>
            <a:defRPr cap="all"/>
          </a:pPr>
          <a:r>
            <a:rPr lang="en-US"/>
            <a:t>Job instruction principles and practices</a:t>
          </a:r>
        </a:p>
      </dgm:t>
    </dgm:pt>
    <dgm:pt modelId="{035D246B-9CF5-43C4-AF2A-5C3098E7875F}" type="parTrans" cxnId="{F7BEFBD7-0386-4971-B88B-287A9A82312E}">
      <dgm:prSet/>
      <dgm:spPr/>
      <dgm:t>
        <a:bodyPr/>
        <a:lstStyle/>
        <a:p>
          <a:endParaRPr lang="en-US"/>
        </a:p>
      </dgm:t>
    </dgm:pt>
    <dgm:pt modelId="{E3389937-681D-4480-9A9A-FC34701E892B}" type="sibTrans" cxnId="{F7BEFBD7-0386-4971-B88B-287A9A82312E}">
      <dgm:prSet/>
      <dgm:spPr/>
      <dgm:t>
        <a:bodyPr/>
        <a:lstStyle/>
        <a:p>
          <a:endParaRPr lang="en-US"/>
        </a:p>
      </dgm:t>
    </dgm:pt>
    <dgm:pt modelId="{EE87C92E-8596-44A5-A077-BFA3D7387667}" type="pres">
      <dgm:prSet presAssocID="{21B7B72F-6DCB-4888-B954-0DAA13323DC1}" presName="root" presStyleCnt="0">
        <dgm:presLayoutVars>
          <dgm:dir/>
          <dgm:resizeHandles val="exact"/>
        </dgm:presLayoutVars>
      </dgm:prSet>
      <dgm:spPr/>
    </dgm:pt>
    <dgm:pt modelId="{1374A528-C140-4186-87A9-C157969986DD}" type="pres">
      <dgm:prSet presAssocID="{EED6667C-352E-4179-8585-139A38D56FB8}" presName="compNode" presStyleCnt="0"/>
      <dgm:spPr/>
    </dgm:pt>
    <dgm:pt modelId="{4938AC50-68C6-414E-AF57-DB8C186C8633}" type="pres">
      <dgm:prSet presAssocID="{EED6667C-352E-4179-8585-139A38D56FB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5D363D0-4D53-4B86-93FD-DFDF9A108C94}" type="pres">
      <dgm:prSet presAssocID="{EED6667C-352E-4179-8585-139A38D56F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88F1A044-E028-4A34-9370-7B441A751818}" type="pres">
      <dgm:prSet presAssocID="{EED6667C-352E-4179-8585-139A38D56FB8}" presName="spaceRect" presStyleCnt="0"/>
      <dgm:spPr/>
    </dgm:pt>
    <dgm:pt modelId="{8D102003-93BF-4F23-9F93-22813CE31FF7}" type="pres">
      <dgm:prSet presAssocID="{EED6667C-352E-4179-8585-139A38D56FB8}" presName="textRect" presStyleLbl="revTx" presStyleIdx="0" presStyleCnt="3">
        <dgm:presLayoutVars>
          <dgm:chMax val="1"/>
          <dgm:chPref val="1"/>
        </dgm:presLayoutVars>
      </dgm:prSet>
      <dgm:spPr/>
    </dgm:pt>
    <dgm:pt modelId="{C59CEBBB-B8EE-4C5A-B08F-69E8B049A0E6}" type="pres">
      <dgm:prSet presAssocID="{E9544A05-15B4-4322-A650-641CBB4F1393}" presName="sibTrans" presStyleCnt="0"/>
      <dgm:spPr/>
    </dgm:pt>
    <dgm:pt modelId="{669750FC-8034-473C-A484-CC6B318DF0C3}" type="pres">
      <dgm:prSet presAssocID="{3BE5BDCE-D59B-414C-B8CB-5DF5061E7210}" presName="compNode" presStyleCnt="0"/>
      <dgm:spPr/>
    </dgm:pt>
    <dgm:pt modelId="{44A8C86A-A028-401C-9787-898CEBA87347}" type="pres">
      <dgm:prSet presAssocID="{3BE5BDCE-D59B-414C-B8CB-5DF5061E721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9B52D04-4A59-43D1-9609-B98A99161A98}" type="pres">
      <dgm:prSet presAssocID="{3BE5BDCE-D59B-414C-B8CB-5DF5061E721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D906953-92D4-4058-8ADE-56A77C356FF8}" type="pres">
      <dgm:prSet presAssocID="{3BE5BDCE-D59B-414C-B8CB-5DF5061E7210}" presName="spaceRect" presStyleCnt="0"/>
      <dgm:spPr/>
    </dgm:pt>
    <dgm:pt modelId="{343BEEB2-0FED-4345-8971-67D7E8BDB439}" type="pres">
      <dgm:prSet presAssocID="{3BE5BDCE-D59B-414C-B8CB-5DF5061E7210}" presName="textRect" presStyleLbl="revTx" presStyleIdx="1" presStyleCnt="3">
        <dgm:presLayoutVars>
          <dgm:chMax val="1"/>
          <dgm:chPref val="1"/>
        </dgm:presLayoutVars>
      </dgm:prSet>
      <dgm:spPr/>
    </dgm:pt>
    <dgm:pt modelId="{99FBB764-CFE0-484D-BBBA-EB2D4385AE52}" type="pres">
      <dgm:prSet presAssocID="{DC91C4E9-490C-43EB-9D40-A8C892ACC947}" presName="sibTrans" presStyleCnt="0"/>
      <dgm:spPr/>
    </dgm:pt>
    <dgm:pt modelId="{94C44B29-8D99-4560-87B8-BECC87221DF3}" type="pres">
      <dgm:prSet presAssocID="{B572DD7B-EE8C-4EFE-BF45-CC46570AD852}" presName="compNode" presStyleCnt="0"/>
      <dgm:spPr/>
    </dgm:pt>
    <dgm:pt modelId="{12B8D263-C107-4D73-B615-5EC8789DB393}" type="pres">
      <dgm:prSet presAssocID="{B572DD7B-EE8C-4EFE-BF45-CC46570AD85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339A29D-1760-48C1-BBD8-A0430DADAF63}" type="pres">
      <dgm:prSet presAssocID="{B572DD7B-EE8C-4EFE-BF45-CC46570AD85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66BAC15B-50E2-4AEC-91F5-E7F4289009C9}" type="pres">
      <dgm:prSet presAssocID="{B572DD7B-EE8C-4EFE-BF45-CC46570AD852}" presName="spaceRect" presStyleCnt="0"/>
      <dgm:spPr/>
    </dgm:pt>
    <dgm:pt modelId="{44ED70C1-1592-461B-A310-14B3472D9759}" type="pres">
      <dgm:prSet presAssocID="{B572DD7B-EE8C-4EFE-BF45-CC46570AD85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DDB204-A0B1-4657-B255-248AD49D8F54}" type="presOf" srcId="{21B7B72F-6DCB-4888-B954-0DAA13323DC1}" destId="{EE87C92E-8596-44A5-A077-BFA3D7387667}" srcOrd="0" destOrd="0" presId="urn:microsoft.com/office/officeart/2018/5/layout/IconLeafLabelList"/>
    <dgm:cxn modelId="{34B14C05-2862-4351-8356-6C6C4D5B3161}" type="presOf" srcId="{EED6667C-352E-4179-8585-139A38D56FB8}" destId="{8D102003-93BF-4F23-9F93-22813CE31FF7}" srcOrd="0" destOrd="0" presId="urn:microsoft.com/office/officeart/2018/5/layout/IconLeafLabelList"/>
    <dgm:cxn modelId="{2B83AB84-3C8C-4A2C-83EC-1E41FC25CA9F}" type="presOf" srcId="{B572DD7B-EE8C-4EFE-BF45-CC46570AD852}" destId="{44ED70C1-1592-461B-A310-14B3472D9759}" srcOrd="0" destOrd="0" presId="urn:microsoft.com/office/officeart/2018/5/layout/IconLeafLabelList"/>
    <dgm:cxn modelId="{20D6318A-70E9-4EDF-840F-413E9303EB04}" srcId="{21B7B72F-6DCB-4888-B954-0DAA13323DC1}" destId="{3BE5BDCE-D59B-414C-B8CB-5DF5061E7210}" srcOrd="1" destOrd="0" parTransId="{C541722C-030A-4F23-BE54-A0D80872F709}" sibTransId="{DC91C4E9-490C-43EB-9D40-A8C892ACC947}"/>
    <dgm:cxn modelId="{1F5072C2-71F5-45C9-9336-74037BC83318}" srcId="{21B7B72F-6DCB-4888-B954-0DAA13323DC1}" destId="{EED6667C-352E-4179-8585-139A38D56FB8}" srcOrd="0" destOrd="0" parTransId="{37D2EAAB-A33D-4703-8FA2-C7702F7FE76A}" sibTransId="{E9544A05-15B4-4322-A650-641CBB4F1393}"/>
    <dgm:cxn modelId="{5A519FCB-3BA4-42A5-BF37-050C33001A69}" type="presOf" srcId="{3BE5BDCE-D59B-414C-B8CB-5DF5061E7210}" destId="{343BEEB2-0FED-4345-8971-67D7E8BDB439}" srcOrd="0" destOrd="0" presId="urn:microsoft.com/office/officeart/2018/5/layout/IconLeafLabelList"/>
    <dgm:cxn modelId="{F7BEFBD7-0386-4971-B88B-287A9A82312E}" srcId="{21B7B72F-6DCB-4888-B954-0DAA13323DC1}" destId="{B572DD7B-EE8C-4EFE-BF45-CC46570AD852}" srcOrd="2" destOrd="0" parTransId="{035D246B-9CF5-43C4-AF2A-5C3098E7875F}" sibTransId="{E3389937-681D-4480-9A9A-FC34701E892B}"/>
    <dgm:cxn modelId="{36942B93-FF70-4948-8093-BCBA75CAC2FC}" type="presParOf" srcId="{EE87C92E-8596-44A5-A077-BFA3D7387667}" destId="{1374A528-C140-4186-87A9-C157969986DD}" srcOrd="0" destOrd="0" presId="urn:microsoft.com/office/officeart/2018/5/layout/IconLeafLabelList"/>
    <dgm:cxn modelId="{B97ED1E8-D837-4D73-833D-DD07FD32AA99}" type="presParOf" srcId="{1374A528-C140-4186-87A9-C157969986DD}" destId="{4938AC50-68C6-414E-AF57-DB8C186C8633}" srcOrd="0" destOrd="0" presId="urn:microsoft.com/office/officeart/2018/5/layout/IconLeafLabelList"/>
    <dgm:cxn modelId="{F6B0ED61-4A4F-42C8-BB95-A54CAEE2B640}" type="presParOf" srcId="{1374A528-C140-4186-87A9-C157969986DD}" destId="{F5D363D0-4D53-4B86-93FD-DFDF9A108C94}" srcOrd="1" destOrd="0" presId="urn:microsoft.com/office/officeart/2018/5/layout/IconLeafLabelList"/>
    <dgm:cxn modelId="{111A8238-5EBF-4733-AC03-857422D9F1EA}" type="presParOf" srcId="{1374A528-C140-4186-87A9-C157969986DD}" destId="{88F1A044-E028-4A34-9370-7B441A751818}" srcOrd="2" destOrd="0" presId="urn:microsoft.com/office/officeart/2018/5/layout/IconLeafLabelList"/>
    <dgm:cxn modelId="{D14AC315-39A9-46B0-8919-3A0502056557}" type="presParOf" srcId="{1374A528-C140-4186-87A9-C157969986DD}" destId="{8D102003-93BF-4F23-9F93-22813CE31FF7}" srcOrd="3" destOrd="0" presId="urn:microsoft.com/office/officeart/2018/5/layout/IconLeafLabelList"/>
    <dgm:cxn modelId="{597EB842-879C-4C94-A284-03EFB909C228}" type="presParOf" srcId="{EE87C92E-8596-44A5-A077-BFA3D7387667}" destId="{C59CEBBB-B8EE-4C5A-B08F-69E8B049A0E6}" srcOrd="1" destOrd="0" presId="urn:microsoft.com/office/officeart/2018/5/layout/IconLeafLabelList"/>
    <dgm:cxn modelId="{0EC69EA0-CB64-42CC-BA5C-7C65856C3FC5}" type="presParOf" srcId="{EE87C92E-8596-44A5-A077-BFA3D7387667}" destId="{669750FC-8034-473C-A484-CC6B318DF0C3}" srcOrd="2" destOrd="0" presId="urn:microsoft.com/office/officeart/2018/5/layout/IconLeafLabelList"/>
    <dgm:cxn modelId="{9BC1946D-068B-4AB1-92FB-43EEFA4F5EC6}" type="presParOf" srcId="{669750FC-8034-473C-A484-CC6B318DF0C3}" destId="{44A8C86A-A028-401C-9787-898CEBA87347}" srcOrd="0" destOrd="0" presId="urn:microsoft.com/office/officeart/2018/5/layout/IconLeafLabelList"/>
    <dgm:cxn modelId="{0CF42297-4F89-45BB-A761-957BBA5F1C4A}" type="presParOf" srcId="{669750FC-8034-473C-A484-CC6B318DF0C3}" destId="{99B52D04-4A59-43D1-9609-B98A99161A98}" srcOrd="1" destOrd="0" presId="urn:microsoft.com/office/officeart/2018/5/layout/IconLeafLabelList"/>
    <dgm:cxn modelId="{ED69B270-02DC-462E-B70F-CCC83A0870F5}" type="presParOf" srcId="{669750FC-8034-473C-A484-CC6B318DF0C3}" destId="{1D906953-92D4-4058-8ADE-56A77C356FF8}" srcOrd="2" destOrd="0" presId="urn:microsoft.com/office/officeart/2018/5/layout/IconLeafLabelList"/>
    <dgm:cxn modelId="{6D9C1C0D-2FE7-4E21-9363-DD054B93B81A}" type="presParOf" srcId="{669750FC-8034-473C-A484-CC6B318DF0C3}" destId="{343BEEB2-0FED-4345-8971-67D7E8BDB439}" srcOrd="3" destOrd="0" presId="urn:microsoft.com/office/officeart/2018/5/layout/IconLeafLabelList"/>
    <dgm:cxn modelId="{A6198E50-241B-403F-A4EA-B752FC496B1C}" type="presParOf" srcId="{EE87C92E-8596-44A5-A077-BFA3D7387667}" destId="{99FBB764-CFE0-484D-BBBA-EB2D4385AE52}" srcOrd="3" destOrd="0" presId="urn:microsoft.com/office/officeart/2018/5/layout/IconLeafLabelList"/>
    <dgm:cxn modelId="{1F83DA94-BAA5-4200-9EF3-9F96664B6EF9}" type="presParOf" srcId="{EE87C92E-8596-44A5-A077-BFA3D7387667}" destId="{94C44B29-8D99-4560-87B8-BECC87221DF3}" srcOrd="4" destOrd="0" presId="urn:microsoft.com/office/officeart/2018/5/layout/IconLeafLabelList"/>
    <dgm:cxn modelId="{D7B1C083-846E-45D4-B41A-41E82177F632}" type="presParOf" srcId="{94C44B29-8D99-4560-87B8-BECC87221DF3}" destId="{12B8D263-C107-4D73-B615-5EC8789DB393}" srcOrd="0" destOrd="0" presId="urn:microsoft.com/office/officeart/2018/5/layout/IconLeafLabelList"/>
    <dgm:cxn modelId="{B3F03DEC-7FFF-4B7C-96B3-B9D38D8480F7}" type="presParOf" srcId="{94C44B29-8D99-4560-87B8-BECC87221DF3}" destId="{5339A29D-1760-48C1-BBD8-A0430DADAF63}" srcOrd="1" destOrd="0" presId="urn:microsoft.com/office/officeart/2018/5/layout/IconLeafLabelList"/>
    <dgm:cxn modelId="{0085C627-4BDB-4EF7-A4CD-048E06774DEB}" type="presParOf" srcId="{94C44B29-8D99-4560-87B8-BECC87221DF3}" destId="{66BAC15B-50E2-4AEC-91F5-E7F4289009C9}" srcOrd="2" destOrd="0" presId="urn:microsoft.com/office/officeart/2018/5/layout/IconLeafLabelList"/>
    <dgm:cxn modelId="{EA9D85EE-28EF-4320-8D08-D855AEF89739}" type="presParOf" srcId="{94C44B29-8D99-4560-87B8-BECC87221DF3}" destId="{44ED70C1-1592-461B-A310-14B3472D975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CA875ED-0FBC-4205-A6D5-9F0DDCD45DA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6BDCA3-09D2-475E-A5CC-BF61BCA212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self-directed learning</a:t>
          </a:r>
        </a:p>
      </dgm:t>
    </dgm:pt>
    <dgm:pt modelId="{30EDA137-C89E-47D6-848E-45BFF9C1C4E3}" type="parTrans" cxnId="{EEA646AB-27C3-4CA2-9A7F-E99B1E7DD5F7}">
      <dgm:prSet/>
      <dgm:spPr/>
      <dgm:t>
        <a:bodyPr/>
        <a:lstStyle/>
        <a:p>
          <a:endParaRPr lang="en-US"/>
        </a:p>
      </dgm:t>
    </dgm:pt>
    <dgm:pt modelId="{5B5964BE-7789-4913-81C0-778EF6BB09B0}" type="sibTrans" cxnId="{EEA646AB-27C3-4CA2-9A7F-E99B1E7DD5F7}">
      <dgm:prSet/>
      <dgm:spPr/>
      <dgm:t>
        <a:bodyPr/>
        <a:lstStyle/>
        <a:p>
          <a:endParaRPr lang="en-US"/>
        </a:p>
      </dgm:t>
    </dgm:pt>
    <dgm:pt modelId="{A4C05DB9-D318-45BC-8C49-6579CEFDE0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professional relationships</a:t>
          </a:r>
        </a:p>
      </dgm:t>
    </dgm:pt>
    <dgm:pt modelId="{349D3914-C7B9-4B6C-B707-740C5620E186}" type="parTrans" cxnId="{1229FDFA-0180-48AD-AD7B-E0C1AD9795D6}">
      <dgm:prSet/>
      <dgm:spPr/>
      <dgm:t>
        <a:bodyPr/>
        <a:lstStyle/>
        <a:p>
          <a:endParaRPr lang="en-US"/>
        </a:p>
      </dgm:t>
    </dgm:pt>
    <dgm:pt modelId="{FF72489A-D1A5-47FE-A19B-04A3B2155A60}" type="sibTrans" cxnId="{1229FDFA-0180-48AD-AD7B-E0C1AD9795D6}">
      <dgm:prSet/>
      <dgm:spPr/>
      <dgm:t>
        <a:bodyPr/>
        <a:lstStyle/>
        <a:p>
          <a:endParaRPr lang="en-US"/>
        </a:p>
      </dgm:t>
    </dgm:pt>
    <dgm:pt modelId="{10C1C510-E140-4507-9ED4-9C60682155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career guidance</a:t>
          </a:r>
        </a:p>
      </dgm:t>
    </dgm:pt>
    <dgm:pt modelId="{FC4E5436-72FA-4CC6-B327-91D511B1043F}" type="parTrans" cxnId="{BD122514-F2F5-48C0-8865-C93956BF70A4}">
      <dgm:prSet/>
      <dgm:spPr/>
      <dgm:t>
        <a:bodyPr/>
        <a:lstStyle/>
        <a:p>
          <a:endParaRPr lang="en-US"/>
        </a:p>
      </dgm:t>
    </dgm:pt>
    <dgm:pt modelId="{18F2DEB3-4F09-434A-82EB-2402B429012B}" type="sibTrans" cxnId="{BD122514-F2F5-48C0-8865-C93956BF70A4}">
      <dgm:prSet/>
      <dgm:spPr/>
      <dgm:t>
        <a:bodyPr/>
        <a:lstStyle/>
        <a:p>
          <a:endParaRPr lang="en-US"/>
        </a:p>
      </dgm:t>
    </dgm:pt>
    <dgm:pt modelId="{51F88E42-76DA-422F-8795-6231F5ECC8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Promote workplace integration</a:t>
          </a:r>
        </a:p>
      </dgm:t>
    </dgm:pt>
    <dgm:pt modelId="{AD8E0F94-1B60-4F7E-A366-ACC77E7FFD31}" type="parTrans" cxnId="{20228DDF-A36E-409A-A8E3-CF5FD19CB0C7}">
      <dgm:prSet/>
      <dgm:spPr/>
      <dgm:t>
        <a:bodyPr/>
        <a:lstStyle/>
        <a:p>
          <a:endParaRPr lang="en-US"/>
        </a:p>
      </dgm:t>
    </dgm:pt>
    <dgm:pt modelId="{A6250B47-73B4-4744-9E52-74889AAF1E94}" type="sibTrans" cxnId="{20228DDF-A36E-409A-A8E3-CF5FD19CB0C7}">
      <dgm:prSet/>
      <dgm:spPr/>
      <dgm:t>
        <a:bodyPr/>
        <a:lstStyle/>
        <a:p>
          <a:endParaRPr lang="en-US"/>
        </a:p>
      </dgm:t>
    </dgm:pt>
    <dgm:pt modelId="{94E71440-65C8-4177-9561-E173C38B7D06}" type="pres">
      <dgm:prSet presAssocID="{FCA875ED-0FBC-4205-A6D5-9F0DDCD45DA3}" presName="root" presStyleCnt="0">
        <dgm:presLayoutVars>
          <dgm:dir/>
          <dgm:resizeHandles val="exact"/>
        </dgm:presLayoutVars>
      </dgm:prSet>
      <dgm:spPr/>
    </dgm:pt>
    <dgm:pt modelId="{FB9C539B-7CCB-49A5-8B96-9C959423933A}" type="pres">
      <dgm:prSet presAssocID="{676BDCA3-09D2-475E-A5CC-BF61BCA21232}" presName="compNode" presStyleCnt="0"/>
      <dgm:spPr/>
    </dgm:pt>
    <dgm:pt modelId="{1A306FCB-D7B6-4750-8148-CA72E689FF4B}" type="pres">
      <dgm:prSet presAssocID="{676BDCA3-09D2-475E-A5CC-BF61BCA21232}" presName="bgRect" presStyleLbl="bgShp" presStyleIdx="0" presStyleCnt="4"/>
      <dgm:spPr/>
    </dgm:pt>
    <dgm:pt modelId="{BDD4D18F-6EA7-4DB7-B18F-EE289F176FE9}" type="pres">
      <dgm:prSet presAssocID="{676BDCA3-09D2-475E-A5CC-BF61BCA2123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C75745F6-96E6-43DE-BEDB-628062F9784B}" type="pres">
      <dgm:prSet presAssocID="{676BDCA3-09D2-475E-A5CC-BF61BCA21232}" presName="spaceRect" presStyleCnt="0"/>
      <dgm:spPr/>
    </dgm:pt>
    <dgm:pt modelId="{E7793114-A961-4D4F-8992-A0EDEFC3A4BE}" type="pres">
      <dgm:prSet presAssocID="{676BDCA3-09D2-475E-A5CC-BF61BCA21232}" presName="parTx" presStyleLbl="revTx" presStyleIdx="0" presStyleCnt="4">
        <dgm:presLayoutVars>
          <dgm:chMax val="0"/>
          <dgm:chPref val="0"/>
        </dgm:presLayoutVars>
      </dgm:prSet>
      <dgm:spPr/>
    </dgm:pt>
    <dgm:pt modelId="{3178E9F4-9E85-4162-8602-6E642E158138}" type="pres">
      <dgm:prSet presAssocID="{5B5964BE-7789-4913-81C0-778EF6BB09B0}" presName="sibTrans" presStyleCnt="0"/>
      <dgm:spPr/>
    </dgm:pt>
    <dgm:pt modelId="{973CB599-F073-45A7-A0E2-0ECA6EDD468D}" type="pres">
      <dgm:prSet presAssocID="{A4C05DB9-D318-45BC-8C49-6579CEFDE0CE}" presName="compNode" presStyleCnt="0"/>
      <dgm:spPr/>
    </dgm:pt>
    <dgm:pt modelId="{DAE779A5-D4DB-4BEF-92E2-C4B7CD5279AF}" type="pres">
      <dgm:prSet presAssocID="{A4C05DB9-D318-45BC-8C49-6579CEFDE0CE}" presName="bgRect" presStyleLbl="bgShp" presStyleIdx="1" presStyleCnt="4"/>
      <dgm:spPr/>
    </dgm:pt>
    <dgm:pt modelId="{1E35DAA6-28E2-406F-AEF5-995218E0ED34}" type="pres">
      <dgm:prSet presAssocID="{A4C05DB9-D318-45BC-8C49-6579CEFDE0C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boarding"/>
        </a:ext>
      </dgm:extLst>
    </dgm:pt>
    <dgm:pt modelId="{47F0DAB8-779A-4AF3-94A7-FFBF2E135ABB}" type="pres">
      <dgm:prSet presAssocID="{A4C05DB9-D318-45BC-8C49-6579CEFDE0CE}" presName="spaceRect" presStyleCnt="0"/>
      <dgm:spPr/>
    </dgm:pt>
    <dgm:pt modelId="{BDBEC666-0FB2-4B4D-88AA-5BE8102D66A4}" type="pres">
      <dgm:prSet presAssocID="{A4C05DB9-D318-45BC-8C49-6579CEFDE0CE}" presName="parTx" presStyleLbl="revTx" presStyleIdx="1" presStyleCnt="4">
        <dgm:presLayoutVars>
          <dgm:chMax val="0"/>
          <dgm:chPref val="0"/>
        </dgm:presLayoutVars>
      </dgm:prSet>
      <dgm:spPr/>
    </dgm:pt>
    <dgm:pt modelId="{2B1A424E-BD47-4310-93B3-449D60E01537}" type="pres">
      <dgm:prSet presAssocID="{FF72489A-D1A5-47FE-A19B-04A3B2155A60}" presName="sibTrans" presStyleCnt="0"/>
      <dgm:spPr/>
    </dgm:pt>
    <dgm:pt modelId="{0B007DB5-E5CA-490B-833E-D1676E936E09}" type="pres">
      <dgm:prSet presAssocID="{10C1C510-E140-4507-9ED4-9C6068215541}" presName="compNode" presStyleCnt="0"/>
      <dgm:spPr/>
    </dgm:pt>
    <dgm:pt modelId="{F69F5EC1-9AFE-4D02-B627-4B9E215C7344}" type="pres">
      <dgm:prSet presAssocID="{10C1C510-E140-4507-9ED4-9C6068215541}" presName="bgRect" presStyleLbl="bgShp" presStyleIdx="2" presStyleCnt="4"/>
      <dgm:spPr/>
    </dgm:pt>
    <dgm:pt modelId="{D41101B5-3FC4-46B4-849E-9046D535BA8E}" type="pres">
      <dgm:prSet presAssocID="{10C1C510-E140-4507-9ED4-9C606821554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dit"/>
        </a:ext>
      </dgm:extLst>
    </dgm:pt>
    <dgm:pt modelId="{BDC36589-B916-45F5-B1C7-ED66E01F0607}" type="pres">
      <dgm:prSet presAssocID="{10C1C510-E140-4507-9ED4-9C6068215541}" presName="spaceRect" presStyleCnt="0"/>
      <dgm:spPr/>
    </dgm:pt>
    <dgm:pt modelId="{3A36815F-CCAF-4C66-9D90-0A2B72BC4B72}" type="pres">
      <dgm:prSet presAssocID="{10C1C510-E140-4507-9ED4-9C6068215541}" presName="parTx" presStyleLbl="revTx" presStyleIdx="2" presStyleCnt="4">
        <dgm:presLayoutVars>
          <dgm:chMax val="0"/>
          <dgm:chPref val="0"/>
        </dgm:presLayoutVars>
      </dgm:prSet>
      <dgm:spPr/>
    </dgm:pt>
    <dgm:pt modelId="{03F96631-B835-4E03-9EB9-83400F6AA072}" type="pres">
      <dgm:prSet presAssocID="{18F2DEB3-4F09-434A-82EB-2402B429012B}" presName="sibTrans" presStyleCnt="0"/>
      <dgm:spPr/>
    </dgm:pt>
    <dgm:pt modelId="{D00F0B35-46A1-4372-9E63-B5C7D2BD74E0}" type="pres">
      <dgm:prSet presAssocID="{51F88E42-76DA-422F-8795-6231F5ECC8CE}" presName="compNode" presStyleCnt="0"/>
      <dgm:spPr/>
    </dgm:pt>
    <dgm:pt modelId="{ED0651DD-1F0C-4F36-A16A-269C1E78C616}" type="pres">
      <dgm:prSet presAssocID="{51F88E42-76DA-422F-8795-6231F5ECC8CE}" presName="bgRect" presStyleLbl="bgShp" presStyleIdx="3" presStyleCnt="4"/>
      <dgm:spPr/>
    </dgm:pt>
    <dgm:pt modelId="{3C5C64D3-517A-43C1-AA8C-D59EBAD553E6}" type="pres">
      <dgm:prSet presAssocID="{51F88E42-76DA-422F-8795-6231F5ECC8C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4D8763CC-AAE7-45BE-9599-84CEF40B893E}" type="pres">
      <dgm:prSet presAssocID="{51F88E42-76DA-422F-8795-6231F5ECC8CE}" presName="spaceRect" presStyleCnt="0"/>
      <dgm:spPr/>
    </dgm:pt>
    <dgm:pt modelId="{19918952-63B6-4214-88AA-55F43749E6CA}" type="pres">
      <dgm:prSet presAssocID="{51F88E42-76DA-422F-8795-6231F5ECC8C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D122514-F2F5-48C0-8865-C93956BF70A4}" srcId="{FCA875ED-0FBC-4205-A6D5-9F0DDCD45DA3}" destId="{10C1C510-E140-4507-9ED4-9C6068215541}" srcOrd="2" destOrd="0" parTransId="{FC4E5436-72FA-4CC6-B327-91D511B1043F}" sibTransId="{18F2DEB3-4F09-434A-82EB-2402B429012B}"/>
    <dgm:cxn modelId="{C0222F2E-A100-4D89-B8B5-73BFFFCF3C0D}" type="presOf" srcId="{A4C05DB9-D318-45BC-8C49-6579CEFDE0CE}" destId="{BDBEC666-0FB2-4B4D-88AA-5BE8102D66A4}" srcOrd="0" destOrd="0" presId="urn:microsoft.com/office/officeart/2018/2/layout/IconVerticalSolidList"/>
    <dgm:cxn modelId="{FA32FC36-EA96-498D-88B9-83583FDB5F83}" type="presOf" srcId="{FCA875ED-0FBC-4205-A6D5-9F0DDCD45DA3}" destId="{94E71440-65C8-4177-9561-E173C38B7D06}" srcOrd="0" destOrd="0" presId="urn:microsoft.com/office/officeart/2018/2/layout/IconVerticalSolidList"/>
    <dgm:cxn modelId="{34274837-CB00-4797-B6C4-3460D0FFD250}" type="presOf" srcId="{676BDCA3-09D2-475E-A5CC-BF61BCA21232}" destId="{E7793114-A961-4D4F-8992-A0EDEFC3A4BE}" srcOrd="0" destOrd="0" presId="urn:microsoft.com/office/officeart/2018/2/layout/IconVerticalSolidList"/>
    <dgm:cxn modelId="{FBD5E57C-778C-4E79-B45B-8477F4BBC351}" type="presOf" srcId="{51F88E42-76DA-422F-8795-6231F5ECC8CE}" destId="{19918952-63B6-4214-88AA-55F43749E6CA}" srcOrd="0" destOrd="0" presId="urn:microsoft.com/office/officeart/2018/2/layout/IconVerticalSolidList"/>
    <dgm:cxn modelId="{EEA646AB-27C3-4CA2-9A7F-E99B1E7DD5F7}" srcId="{FCA875ED-0FBC-4205-A6D5-9F0DDCD45DA3}" destId="{676BDCA3-09D2-475E-A5CC-BF61BCA21232}" srcOrd="0" destOrd="0" parTransId="{30EDA137-C89E-47D6-848E-45BFF9C1C4E3}" sibTransId="{5B5964BE-7789-4913-81C0-778EF6BB09B0}"/>
    <dgm:cxn modelId="{80404EDE-CB70-4164-8F07-60B8D540E23C}" type="presOf" srcId="{10C1C510-E140-4507-9ED4-9C6068215541}" destId="{3A36815F-CCAF-4C66-9D90-0A2B72BC4B72}" srcOrd="0" destOrd="0" presId="urn:microsoft.com/office/officeart/2018/2/layout/IconVerticalSolidList"/>
    <dgm:cxn modelId="{20228DDF-A36E-409A-A8E3-CF5FD19CB0C7}" srcId="{FCA875ED-0FBC-4205-A6D5-9F0DDCD45DA3}" destId="{51F88E42-76DA-422F-8795-6231F5ECC8CE}" srcOrd="3" destOrd="0" parTransId="{AD8E0F94-1B60-4F7E-A366-ACC77E7FFD31}" sibTransId="{A6250B47-73B4-4744-9E52-74889AAF1E94}"/>
    <dgm:cxn modelId="{1229FDFA-0180-48AD-AD7B-E0C1AD9795D6}" srcId="{FCA875ED-0FBC-4205-A6D5-9F0DDCD45DA3}" destId="{A4C05DB9-D318-45BC-8C49-6579CEFDE0CE}" srcOrd="1" destOrd="0" parTransId="{349D3914-C7B9-4B6C-B707-740C5620E186}" sibTransId="{FF72489A-D1A5-47FE-A19B-04A3B2155A60}"/>
    <dgm:cxn modelId="{8677B6D8-30DD-47F4-B118-76AB70379DED}" type="presParOf" srcId="{94E71440-65C8-4177-9561-E173C38B7D06}" destId="{FB9C539B-7CCB-49A5-8B96-9C959423933A}" srcOrd="0" destOrd="0" presId="urn:microsoft.com/office/officeart/2018/2/layout/IconVerticalSolidList"/>
    <dgm:cxn modelId="{94E7FBAE-4F65-4A76-890A-FCA45A276555}" type="presParOf" srcId="{FB9C539B-7CCB-49A5-8B96-9C959423933A}" destId="{1A306FCB-D7B6-4750-8148-CA72E689FF4B}" srcOrd="0" destOrd="0" presId="urn:microsoft.com/office/officeart/2018/2/layout/IconVerticalSolidList"/>
    <dgm:cxn modelId="{875BE76A-9197-4762-A8FC-1BC89A0DB971}" type="presParOf" srcId="{FB9C539B-7CCB-49A5-8B96-9C959423933A}" destId="{BDD4D18F-6EA7-4DB7-B18F-EE289F176FE9}" srcOrd="1" destOrd="0" presId="urn:microsoft.com/office/officeart/2018/2/layout/IconVerticalSolidList"/>
    <dgm:cxn modelId="{04CA1B36-5496-4126-A50C-E3AF4075244E}" type="presParOf" srcId="{FB9C539B-7CCB-49A5-8B96-9C959423933A}" destId="{C75745F6-96E6-43DE-BEDB-628062F9784B}" srcOrd="2" destOrd="0" presId="urn:microsoft.com/office/officeart/2018/2/layout/IconVerticalSolidList"/>
    <dgm:cxn modelId="{56CA1929-45A9-44FC-A63B-CA475F6F1459}" type="presParOf" srcId="{FB9C539B-7CCB-49A5-8B96-9C959423933A}" destId="{E7793114-A961-4D4F-8992-A0EDEFC3A4BE}" srcOrd="3" destOrd="0" presId="urn:microsoft.com/office/officeart/2018/2/layout/IconVerticalSolidList"/>
    <dgm:cxn modelId="{2B0EF4A0-EC2A-4B02-BF70-64D331A60515}" type="presParOf" srcId="{94E71440-65C8-4177-9561-E173C38B7D06}" destId="{3178E9F4-9E85-4162-8602-6E642E158138}" srcOrd="1" destOrd="0" presId="urn:microsoft.com/office/officeart/2018/2/layout/IconVerticalSolidList"/>
    <dgm:cxn modelId="{A485086B-6CBE-4F69-8094-B91BEC1C61D3}" type="presParOf" srcId="{94E71440-65C8-4177-9561-E173C38B7D06}" destId="{973CB599-F073-45A7-A0E2-0ECA6EDD468D}" srcOrd="2" destOrd="0" presId="urn:microsoft.com/office/officeart/2018/2/layout/IconVerticalSolidList"/>
    <dgm:cxn modelId="{CEEE775D-15EC-4493-870B-B1C5F6B505B7}" type="presParOf" srcId="{973CB599-F073-45A7-A0E2-0ECA6EDD468D}" destId="{DAE779A5-D4DB-4BEF-92E2-C4B7CD5279AF}" srcOrd="0" destOrd="0" presId="urn:microsoft.com/office/officeart/2018/2/layout/IconVerticalSolidList"/>
    <dgm:cxn modelId="{C35BF46F-4F03-4B7A-8D65-7990C49B036C}" type="presParOf" srcId="{973CB599-F073-45A7-A0E2-0ECA6EDD468D}" destId="{1E35DAA6-28E2-406F-AEF5-995218E0ED34}" srcOrd="1" destOrd="0" presId="urn:microsoft.com/office/officeart/2018/2/layout/IconVerticalSolidList"/>
    <dgm:cxn modelId="{9074406C-D97B-436A-A4E6-15217EDA696F}" type="presParOf" srcId="{973CB599-F073-45A7-A0E2-0ECA6EDD468D}" destId="{47F0DAB8-779A-4AF3-94A7-FFBF2E135ABB}" srcOrd="2" destOrd="0" presId="urn:microsoft.com/office/officeart/2018/2/layout/IconVerticalSolidList"/>
    <dgm:cxn modelId="{61AF76F2-9F8C-4157-8B11-04F9E034CA5C}" type="presParOf" srcId="{973CB599-F073-45A7-A0E2-0ECA6EDD468D}" destId="{BDBEC666-0FB2-4B4D-88AA-5BE8102D66A4}" srcOrd="3" destOrd="0" presId="urn:microsoft.com/office/officeart/2018/2/layout/IconVerticalSolidList"/>
    <dgm:cxn modelId="{BF441C7F-455B-4AB7-B848-8F7D5AADF5C8}" type="presParOf" srcId="{94E71440-65C8-4177-9561-E173C38B7D06}" destId="{2B1A424E-BD47-4310-93B3-449D60E01537}" srcOrd="3" destOrd="0" presId="urn:microsoft.com/office/officeart/2018/2/layout/IconVerticalSolidList"/>
    <dgm:cxn modelId="{913E266B-4BA6-4E6B-9E28-E7252E672EBD}" type="presParOf" srcId="{94E71440-65C8-4177-9561-E173C38B7D06}" destId="{0B007DB5-E5CA-490B-833E-D1676E936E09}" srcOrd="4" destOrd="0" presId="urn:microsoft.com/office/officeart/2018/2/layout/IconVerticalSolidList"/>
    <dgm:cxn modelId="{EA66E562-ACF5-47F1-A8B5-B76B04DE5DDF}" type="presParOf" srcId="{0B007DB5-E5CA-490B-833E-D1676E936E09}" destId="{F69F5EC1-9AFE-4D02-B627-4B9E215C7344}" srcOrd="0" destOrd="0" presId="urn:microsoft.com/office/officeart/2018/2/layout/IconVerticalSolidList"/>
    <dgm:cxn modelId="{D20AD4D5-0114-45C5-B721-473B6AB4883C}" type="presParOf" srcId="{0B007DB5-E5CA-490B-833E-D1676E936E09}" destId="{D41101B5-3FC4-46B4-849E-9046D535BA8E}" srcOrd="1" destOrd="0" presId="urn:microsoft.com/office/officeart/2018/2/layout/IconVerticalSolidList"/>
    <dgm:cxn modelId="{2B13F7FF-1AF0-41F1-A225-40C834E726AF}" type="presParOf" srcId="{0B007DB5-E5CA-490B-833E-D1676E936E09}" destId="{BDC36589-B916-45F5-B1C7-ED66E01F0607}" srcOrd="2" destOrd="0" presId="urn:microsoft.com/office/officeart/2018/2/layout/IconVerticalSolidList"/>
    <dgm:cxn modelId="{D176F349-7E82-4D9C-AAE4-14E920DB2245}" type="presParOf" srcId="{0B007DB5-E5CA-490B-833E-D1676E936E09}" destId="{3A36815F-CCAF-4C66-9D90-0A2B72BC4B72}" srcOrd="3" destOrd="0" presId="urn:microsoft.com/office/officeart/2018/2/layout/IconVerticalSolidList"/>
    <dgm:cxn modelId="{0E23457C-7157-4E56-AF29-CCAF6DA6A314}" type="presParOf" srcId="{94E71440-65C8-4177-9561-E173C38B7D06}" destId="{03F96631-B835-4E03-9EB9-83400F6AA072}" srcOrd="5" destOrd="0" presId="urn:microsoft.com/office/officeart/2018/2/layout/IconVerticalSolidList"/>
    <dgm:cxn modelId="{222981BD-85AA-4286-97AE-64B9CB0802CB}" type="presParOf" srcId="{94E71440-65C8-4177-9561-E173C38B7D06}" destId="{D00F0B35-46A1-4372-9E63-B5C7D2BD74E0}" srcOrd="6" destOrd="0" presId="urn:microsoft.com/office/officeart/2018/2/layout/IconVerticalSolidList"/>
    <dgm:cxn modelId="{5B9B569F-6047-47C9-A8BE-951999BC6D94}" type="presParOf" srcId="{D00F0B35-46A1-4372-9E63-B5C7D2BD74E0}" destId="{ED0651DD-1F0C-4F36-A16A-269C1E78C616}" srcOrd="0" destOrd="0" presId="urn:microsoft.com/office/officeart/2018/2/layout/IconVerticalSolidList"/>
    <dgm:cxn modelId="{7111A72D-E8C8-468E-BDF2-D46287E22F1E}" type="presParOf" srcId="{D00F0B35-46A1-4372-9E63-B5C7D2BD74E0}" destId="{3C5C64D3-517A-43C1-AA8C-D59EBAD553E6}" srcOrd="1" destOrd="0" presId="urn:microsoft.com/office/officeart/2018/2/layout/IconVerticalSolidList"/>
    <dgm:cxn modelId="{6BF37392-00DC-4C57-90AB-F2C89017AAEB}" type="presParOf" srcId="{D00F0B35-46A1-4372-9E63-B5C7D2BD74E0}" destId="{4D8763CC-AAE7-45BE-9599-84CEF40B893E}" srcOrd="2" destOrd="0" presId="urn:microsoft.com/office/officeart/2018/2/layout/IconVerticalSolidList"/>
    <dgm:cxn modelId="{AFAF7548-78E8-4706-B62A-B870AD469768}" type="presParOf" srcId="{D00F0B35-46A1-4372-9E63-B5C7D2BD74E0}" destId="{19918952-63B6-4214-88AA-55F43749E6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EB89DE7-8D4B-46D2-A14C-CFC9FEBAA7A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B73BF5-F66D-471A-A81A-341D69F81453}">
      <dgm:prSet/>
      <dgm:spPr/>
      <dgm:t>
        <a:bodyPr/>
        <a:lstStyle/>
        <a:p>
          <a:r>
            <a:rPr lang="en-US"/>
            <a:t>Prepare the learner</a:t>
          </a:r>
        </a:p>
      </dgm:t>
    </dgm:pt>
    <dgm:pt modelId="{42E45B32-8413-47DB-8E11-D40A02298483}" type="parTrans" cxnId="{9561B072-0701-4BE4-9A90-D536A27AE067}">
      <dgm:prSet/>
      <dgm:spPr/>
      <dgm:t>
        <a:bodyPr/>
        <a:lstStyle/>
        <a:p>
          <a:endParaRPr lang="en-US"/>
        </a:p>
      </dgm:t>
    </dgm:pt>
    <dgm:pt modelId="{B16E428D-7179-486A-A902-A1F2911F2077}" type="sibTrans" cxnId="{9561B072-0701-4BE4-9A90-D536A27AE06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011FD4F-D138-4A3D-B8E8-B8C2CC1E3DB4}">
      <dgm:prSet/>
      <dgm:spPr/>
      <dgm:t>
        <a:bodyPr/>
        <a:lstStyle/>
        <a:p>
          <a:r>
            <a:rPr lang="en-US"/>
            <a:t>Demonstrate tasks step-by-step</a:t>
          </a:r>
        </a:p>
      </dgm:t>
    </dgm:pt>
    <dgm:pt modelId="{87899669-B347-4B27-8653-CC18CF12F6B9}" type="parTrans" cxnId="{9F357638-A7DC-40DA-A18C-D57EA770CA16}">
      <dgm:prSet/>
      <dgm:spPr/>
      <dgm:t>
        <a:bodyPr/>
        <a:lstStyle/>
        <a:p>
          <a:endParaRPr lang="en-US"/>
        </a:p>
      </dgm:t>
    </dgm:pt>
    <dgm:pt modelId="{CD529197-E347-4174-94C5-AD8BC2D3DC84}" type="sibTrans" cxnId="{9F357638-A7DC-40DA-A18C-D57EA770CA1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C0A330F-749A-436C-9F61-54D3B3FD1BE4}">
      <dgm:prSet/>
      <dgm:spPr/>
      <dgm:t>
        <a:bodyPr/>
        <a:lstStyle/>
        <a:p>
          <a:r>
            <a:rPr lang="en-US"/>
            <a:t>Allow supervised practice</a:t>
          </a:r>
        </a:p>
      </dgm:t>
    </dgm:pt>
    <dgm:pt modelId="{3239852E-7C90-4CFC-9830-4F86955FAFC4}" type="parTrans" cxnId="{62DAF8B5-4A1E-4FAB-B4BF-B7DC6F289EF6}">
      <dgm:prSet/>
      <dgm:spPr/>
      <dgm:t>
        <a:bodyPr/>
        <a:lstStyle/>
        <a:p>
          <a:endParaRPr lang="en-US"/>
        </a:p>
      </dgm:t>
    </dgm:pt>
    <dgm:pt modelId="{ED285F91-47EE-40A8-A952-4EE8FFB53235}" type="sibTrans" cxnId="{62DAF8B5-4A1E-4FAB-B4BF-B7DC6F289EF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BDE3727-6A9E-4A82-9736-AEEB5B39B614}">
      <dgm:prSet/>
      <dgm:spPr/>
      <dgm:t>
        <a:bodyPr/>
        <a:lstStyle/>
        <a:p>
          <a:r>
            <a:rPr lang="en-US"/>
            <a:t>Provide ongoing follow-up and feedback</a:t>
          </a:r>
        </a:p>
      </dgm:t>
    </dgm:pt>
    <dgm:pt modelId="{2CEE5982-CD76-44AB-B7FB-1DBBD0DEB3A2}" type="parTrans" cxnId="{C2E41E73-9B91-4BB9-B5F1-65C4D1A7F1DF}">
      <dgm:prSet/>
      <dgm:spPr/>
      <dgm:t>
        <a:bodyPr/>
        <a:lstStyle/>
        <a:p>
          <a:endParaRPr lang="en-US"/>
        </a:p>
      </dgm:t>
    </dgm:pt>
    <dgm:pt modelId="{AB9773D8-748D-4BED-8DA3-83589778307F}" type="sibTrans" cxnId="{C2E41E73-9B91-4BB9-B5F1-65C4D1A7F1D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E0F5EE4-3D65-486D-8D15-BD738D2BB174}" type="pres">
      <dgm:prSet presAssocID="{6EB89DE7-8D4B-46D2-A14C-CFC9FEBAA7AC}" presName="Name0" presStyleCnt="0">
        <dgm:presLayoutVars>
          <dgm:animLvl val="lvl"/>
          <dgm:resizeHandles val="exact"/>
        </dgm:presLayoutVars>
      </dgm:prSet>
      <dgm:spPr/>
    </dgm:pt>
    <dgm:pt modelId="{B522BD4A-FBB8-4F96-B8B2-C6C164A2F631}" type="pres">
      <dgm:prSet presAssocID="{C8B73BF5-F66D-471A-A81A-341D69F81453}" presName="compositeNode" presStyleCnt="0">
        <dgm:presLayoutVars>
          <dgm:bulletEnabled val="1"/>
        </dgm:presLayoutVars>
      </dgm:prSet>
      <dgm:spPr/>
    </dgm:pt>
    <dgm:pt modelId="{FB0D70AE-4F96-4149-89FC-DF4C11964D8B}" type="pres">
      <dgm:prSet presAssocID="{C8B73BF5-F66D-471A-A81A-341D69F81453}" presName="bgRect" presStyleLbl="bgAccFollowNode1" presStyleIdx="0" presStyleCnt="4"/>
      <dgm:spPr/>
    </dgm:pt>
    <dgm:pt modelId="{7A669B31-33BC-4972-B93A-677D029500A2}" type="pres">
      <dgm:prSet presAssocID="{B16E428D-7179-486A-A902-A1F2911F207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6BDBDDDF-8693-4BFB-9261-843CF3DBF7B8}" type="pres">
      <dgm:prSet presAssocID="{C8B73BF5-F66D-471A-A81A-341D69F81453}" presName="bottomLine" presStyleLbl="alignNode1" presStyleIdx="1" presStyleCnt="8">
        <dgm:presLayoutVars/>
      </dgm:prSet>
      <dgm:spPr/>
    </dgm:pt>
    <dgm:pt modelId="{75EE32BA-7713-4505-9515-B88F1123F147}" type="pres">
      <dgm:prSet presAssocID="{C8B73BF5-F66D-471A-A81A-341D69F81453}" presName="nodeText" presStyleLbl="bgAccFollowNode1" presStyleIdx="0" presStyleCnt="4">
        <dgm:presLayoutVars>
          <dgm:bulletEnabled val="1"/>
        </dgm:presLayoutVars>
      </dgm:prSet>
      <dgm:spPr/>
    </dgm:pt>
    <dgm:pt modelId="{D2DF87D4-34A3-4EC3-AD21-092DA72B2246}" type="pres">
      <dgm:prSet presAssocID="{B16E428D-7179-486A-A902-A1F2911F2077}" presName="sibTrans" presStyleCnt="0"/>
      <dgm:spPr/>
    </dgm:pt>
    <dgm:pt modelId="{12336095-C491-4B9D-AEBF-B5917CD8276C}" type="pres">
      <dgm:prSet presAssocID="{F011FD4F-D138-4A3D-B8E8-B8C2CC1E3DB4}" presName="compositeNode" presStyleCnt="0">
        <dgm:presLayoutVars>
          <dgm:bulletEnabled val="1"/>
        </dgm:presLayoutVars>
      </dgm:prSet>
      <dgm:spPr/>
    </dgm:pt>
    <dgm:pt modelId="{60C3887D-A51E-493B-99A6-D983723C8ABF}" type="pres">
      <dgm:prSet presAssocID="{F011FD4F-D138-4A3D-B8E8-B8C2CC1E3DB4}" presName="bgRect" presStyleLbl="bgAccFollowNode1" presStyleIdx="1" presStyleCnt="4"/>
      <dgm:spPr/>
    </dgm:pt>
    <dgm:pt modelId="{D3EF1C53-4646-4BE3-88F3-A39275D1CB44}" type="pres">
      <dgm:prSet presAssocID="{CD529197-E347-4174-94C5-AD8BC2D3DC84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69B75EE-FB30-4A69-B89E-B0964DA6B9FE}" type="pres">
      <dgm:prSet presAssocID="{F011FD4F-D138-4A3D-B8E8-B8C2CC1E3DB4}" presName="bottomLine" presStyleLbl="alignNode1" presStyleIdx="3" presStyleCnt="8">
        <dgm:presLayoutVars/>
      </dgm:prSet>
      <dgm:spPr/>
    </dgm:pt>
    <dgm:pt modelId="{1EC1ADE3-31D1-4F67-BD87-B5C7A1A6C587}" type="pres">
      <dgm:prSet presAssocID="{F011FD4F-D138-4A3D-B8E8-B8C2CC1E3DB4}" presName="nodeText" presStyleLbl="bgAccFollowNode1" presStyleIdx="1" presStyleCnt="4">
        <dgm:presLayoutVars>
          <dgm:bulletEnabled val="1"/>
        </dgm:presLayoutVars>
      </dgm:prSet>
      <dgm:spPr/>
    </dgm:pt>
    <dgm:pt modelId="{E08DE2B1-6B68-4048-8BCA-B84A05BEC86D}" type="pres">
      <dgm:prSet presAssocID="{CD529197-E347-4174-94C5-AD8BC2D3DC84}" presName="sibTrans" presStyleCnt="0"/>
      <dgm:spPr/>
    </dgm:pt>
    <dgm:pt modelId="{C23EF18A-3E21-4817-A973-C1FF39172F58}" type="pres">
      <dgm:prSet presAssocID="{1C0A330F-749A-436C-9F61-54D3B3FD1BE4}" presName="compositeNode" presStyleCnt="0">
        <dgm:presLayoutVars>
          <dgm:bulletEnabled val="1"/>
        </dgm:presLayoutVars>
      </dgm:prSet>
      <dgm:spPr/>
    </dgm:pt>
    <dgm:pt modelId="{A9896031-164D-4C37-8841-479A5D6FF719}" type="pres">
      <dgm:prSet presAssocID="{1C0A330F-749A-436C-9F61-54D3B3FD1BE4}" presName="bgRect" presStyleLbl="bgAccFollowNode1" presStyleIdx="2" presStyleCnt="4"/>
      <dgm:spPr/>
    </dgm:pt>
    <dgm:pt modelId="{6393E28A-C647-4B47-B0E3-151E23C94A81}" type="pres">
      <dgm:prSet presAssocID="{ED285F91-47EE-40A8-A952-4EE8FFB53235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109AD9E-3A89-4596-A580-C5106B44A42A}" type="pres">
      <dgm:prSet presAssocID="{1C0A330F-749A-436C-9F61-54D3B3FD1BE4}" presName="bottomLine" presStyleLbl="alignNode1" presStyleIdx="5" presStyleCnt="8">
        <dgm:presLayoutVars/>
      </dgm:prSet>
      <dgm:spPr/>
    </dgm:pt>
    <dgm:pt modelId="{5703B281-AB9D-425C-A784-430C69553277}" type="pres">
      <dgm:prSet presAssocID="{1C0A330F-749A-436C-9F61-54D3B3FD1BE4}" presName="nodeText" presStyleLbl="bgAccFollowNode1" presStyleIdx="2" presStyleCnt="4">
        <dgm:presLayoutVars>
          <dgm:bulletEnabled val="1"/>
        </dgm:presLayoutVars>
      </dgm:prSet>
      <dgm:spPr/>
    </dgm:pt>
    <dgm:pt modelId="{2D567A60-73AB-4E02-81B3-ABEB83D4A6E3}" type="pres">
      <dgm:prSet presAssocID="{ED285F91-47EE-40A8-A952-4EE8FFB53235}" presName="sibTrans" presStyleCnt="0"/>
      <dgm:spPr/>
    </dgm:pt>
    <dgm:pt modelId="{57788668-2BB7-4B68-8290-97DC180E602E}" type="pres">
      <dgm:prSet presAssocID="{ABDE3727-6A9E-4A82-9736-AEEB5B39B614}" presName="compositeNode" presStyleCnt="0">
        <dgm:presLayoutVars>
          <dgm:bulletEnabled val="1"/>
        </dgm:presLayoutVars>
      </dgm:prSet>
      <dgm:spPr/>
    </dgm:pt>
    <dgm:pt modelId="{8889DBAD-750D-4F7E-837D-494DF49E1DFF}" type="pres">
      <dgm:prSet presAssocID="{ABDE3727-6A9E-4A82-9736-AEEB5B39B614}" presName="bgRect" presStyleLbl="bgAccFollowNode1" presStyleIdx="3" presStyleCnt="4"/>
      <dgm:spPr/>
    </dgm:pt>
    <dgm:pt modelId="{EAE46228-F512-4920-B21E-5256B4AFBD8D}" type="pres">
      <dgm:prSet presAssocID="{AB9773D8-748D-4BED-8DA3-83589778307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F9EC95AE-5B6D-49FE-A3C4-EC8CEE5F735D}" type="pres">
      <dgm:prSet presAssocID="{ABDE3727-6A9E-4A82-9736-AEEB5B39B614}" presName="bottomLine" presStyleLbl="alignNode1" presStyleIdx="7" presStyleCnt="8">
        <dgm:presLayoutVars/>
      </dgm:prSet>
      <dgm:spPr/>
    </dgm:pt>
    <dgm:pt modelId="{98BFAA57-4CBE-4A87-A5FE-5C707D11843C}" type="pres">
      <dgm:prSet presAssocID="{ABDE3727-6A9E-4A82-9736-AEEB5B39B614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37E23504-6A06-434F-9964-5BA42D1D11D0}" type="presOf" srcId="{ABDE3727-6A9E-4A82-9736-AEEB5B39B614}" destId="{8889DBAD-750D-4F7E-837D-494DF49E1DFF}" srcOrd="0" destOrd="0" presId="urn:microsoft.com/office/officeart/2016/7/layout/BasicLinearProcessNumbered"/>
    <dgm:cxn modelId="{E3C0472F-02CC-409C-B4FC-E12EC8C2918D}" type="presOf" srcId="{AB9773D8-748D-4BED-8DA3-83589778307F}" destId="{EAE46228-F512-4920-B21E-5256B4AFBD8D}" srcOrd="0" destOrd="0" presId="urn:microsoft.com/office/officeart/2016/7/layout/BasicLinearProcessNumbered"/>
    <dgm:cxn modelId="{18926838-8C1F-4E65-94C8-62F96C641CBC}" type="presOf" srcId="{C8B73BF5-F66D-471A-A81A-341D69F81453}" destId="{FB0D70AE-4F96-4149-89FC-DF4C11964D8B}" srcOrd="0" destOrd="0" presId="urn:microsoft.com/office/officeart/2016/7/layout/BasicLinearProcessNumbered"/>
    <dgm:cxn modelId="{9F357638-A7DC-40DA-A18C-D57EA770CA16}" srcId="{6EB89DE7-8D4B-46D2-A14C-CFC9FEBAA7AC}" destId="{F011FD4F-D138-4A3D-B8E8-B8C2CC1E3DB4}" srcOrd="1" destOrd="0" parTransId="{87899669-B347-4B27-8653-CC18CF12F6B9}" sibTransId="{CD529197-E347-4174-94C5-AD8BC2D3DC84}"/>
    <dgm:cxn modelId="{9E224C69-D706-4769-BEDB-D809FA23F8E4}" type="presOf" srcId="{CD529197-E347-4174-94C5-AD8BC2D3DC84}" destId="{D3EF1C53-4646-4BE3-88F3-A39275D1CB44}" srcOrd="0" destOrd="0" presId="urn:microsoft.com/office/officeart/2016/7/layout/BasicLinearProcessNumbered"/>
    <dgm:cxn modelId="{B9007C50-11B7-41B5-A115-48B7889DF1DE}" type="presOf" srcId="{B16E428D-7179-486A-A902-A1F2911F2077}" destId="{7A669B31-33BC-4972-B93A-677D029500A2}" srcOrd="0" destOrd="0" presId="urn:microsoft.com/office/officeart/2016/7/layout/BasicLinearProcessNumbered"/>
    <dgm:cxn modelId="{9561B072-0701-4BE4-9A90-D536A27AE067}" srcId="{6EB89DE7-8D4B-46D2-A14C-CFC9FEBAA7AC}" destId="{C8B73BF5-F66D-471A-A81A-341D69F81453}" srcOrd="0" destOrd="0" parTransId="{42E45B32-8413-47DB-8E11-D40A02298483}" sibTransId="{B16E428D-7179-486A-A902-A1F2911F2077}"/>
    <dgm:cxn modelId="{C2E41E73-9B91-4BB9-B5F1-65C4D1A7F1DF}" srcId="{6EB89DE7-8D4B-46D2-A14C-CFC9FEBAA7AC}" destId="{ABDE3727-6A9E-4A82-9736-AEEB5B39B614}" srcOrd="3" destOrd="0" parTransId="{2CEE5982-CD76-44AB-B7FB-1DBBD0DEB3A2}" sibTransId="{AB9773D8-748D-4BED-8DA3-83589778307F}"/>
    <dgm:cxn modelId="{FDB15554-F9D1-426A-9F64-4C27B9B42C1A}" type="presOf" srcId="{1C0A330F-749A-436C-9F61-54D3B3FD1BE4}" destId="{A9896031-164D-4C37-8841-479A5D6FF719}" srcOrd="0" destOrd="0" presId="urn:microsoft.com/office/officeart/2016/7/layout/BasicLinearProcessNumbered"/>
    <dgm:cxn modelId="{1548D283-7A94-4CE3-97E8-CDF7BD908AFF}" type="presOf" srcId="{F011FD4F-D138-4A3D-B8E8-B8C2CC1E3DB4}" destId="{1EC1ADE3-31D1-4F67-BD87-B5C7A1A6C587}" srcOrd="1" destOrd="0" presId="urn:microsoft.com/office/officeart/2016/7/layout/BasicLinearProcessNumbered"/>
    <dgm:cxn modelId="{66AFDB8E-5238-4B29-837A-F7156E10A66E}" type="presOf" srcId="{ED285F91-47EE-40A8-A952-4EE8FFB53235}" destId="{6393E28A-C647-4B47-B0E3-151E23C94A81}" srcOrd="0" destOrd="0" presId="urn:microsoft.com/office/officeart/2016/7/layout/BasicLinearProcessNumbered"/>
    <dgm:cxn modelId="{DBB219AB-7CE6-4291-B9A8-37BE6F2AA503}" type="presOf" srcId="{6EB89DE7-8D4B-46D2-A14C-CFC9FEBAA7AC}" destId="{FE0F5EE4-3D65-486D-8D15-BD738D2BB174}" srcOrd="0" destOrd="0" presId="urn:microsoft.com/office/officeart/2016/7/layout/BasicLinearProcessNumbered"/>
    <dgm:cxn modelId="{62DAF8B5-4A1E-4FAB-B4BF-B7DC6F289EF6}" srcId="{6EB89DE7-8D4B-46D2-A14C-CFC9FEBAA7AC}" destId="{1C0A330F-749A-436C-9F61-54D3B3FD1BE4}" srcOrd="2" destOrd="0" parTransId="{3239852E-7C90-4CFC-9830-4F86955FAFC4}" sibTransId="{ED285F91-47EE-40A8-A952-4EE8FFB53235}"/>
    <dgm:cxn modelId="{C50553CE-4093-4E0C-81A3-201AB5D25328}" type="presOf" srcId="{ABDE3727-6A9E-4A82-9736-AEEB5B39B614}" destId="{98BFAA57-4CBE-4A87-A5FE-5C707D11843C}" srcOrd="1" destOrd="0" presId="urn:microsoft.com/office/officeart/2016/7/layout/BasicLinearProcessNumbered"/>
    <dgm:cxn modelId="{C035E8D5-2DC4-4D92-A672-FA5FCE4DB63A}" type="presOf" srcId="{1C0A330F-749A-436C-9F61-54D3B3FD1BE4}" destId="{5703B281-AB9D-425C-A784-430C69553277}" srcOrd="1" destOrd="0" presId="urn:microsoft.com/office/officeart/2016/7/layout/BasicLinearProcessNumbered"/>
    <dgm:cxn modelId="{C2921BE0-15CB-4F85-A00D-6F1279DD9A91}" type="presOf" srcId="{C8B73BF5-F66D-471A-A81A-341D69F81453}" destId="{75EE32BA-7713-4505-9515-B88F1123F147}" srcOrd="1" destOrd="0" presId="urn:microsoft.com/office/officeart/2016/7/layout/BasicLinearProcessNumbered"/>
    <dgm:cxn modelId="{E7428DF1-4046-48DF-95A5-A64A98758E93}" type="presOf" srcId="{F011FD4F-D138-4A3D-B8E8-B8C2CC1E3DB4}" destId="{60C3887D-A51E-493B-99A6-D983723C8ABF}" srcOrd="0" destOrd="0" presId="urn:microsoft.com/office/officeart/2016/7/layout/BasicLinearProcessNumbered"/>
    <dgm:cxn modelId="{9AD6DDF8-9582-4F86-90D0-BCD6417AC5A5}" type="presParOf" srcId="{FE0F5EE4-3D65-486D-8D15-BD738D2BB174}" destId="{B522BD4A-FBB8-4F96-B8B2-C6C164A2F631}" srcOrd="0" destOrd="0" presId="urn:microsoft.com/office/officeart/2016/7/layout/BasicLinearProcessNumbered"/>
    <dgm:cxn modelId="{A69F18D9-63A3-47AE-A1B2-DDF26F3E7728}" type="presParOf" srcId="{B522BD4A-FBB8-4F96-B8B2-C6C164A2F631}" destId="{FB0D70AE-4F96-4149-89FC-DF4C11964D8B}" srcOrd="0" destOrd="0" presId="urn:microsoft.com/office/officeart/2016/7/layout/BasicLinearProcessNumbered"/>
    <dgm:cxn modelId="{E916187B-3AA2-425E-B688-C4C005169EB6}" type="presParOf" srcId="{B522BD4A-FBB8-4F96-B8B2-C6C164A2F631}" destId="{7A669B31-33BC-4972-B93A-677D029500A2}" srcOrd="1" destOrd="0" presId="urn:microsoft.com/office/officeart/2016/7/layout/BasicLinearProcessNumbered"/>
    <dgm:cxn modelId="{F271FBDF-2D85-4BCF-973D-7F2904500CFA}" type="presParOf" srcId="{B522BD4A-FBB8-4F96-B8B2-C6C164A2F631}" destId="{6BDBDDDF-8693-4BFB-9261-843CF3DBF7B8}" srcOrd="2" destOrd="0" presId="urn:microsoft.com/office/officeart/2016/7/layout/BasicLinearProcessNumbered"/>
    <dgm:cxn modelId="{FF6FF404-905A-4EC2-BAEC-15453ADF9E20}" type="presParOf" srcId="{B522BD4A-FBB8-4F96-B8B2-C6C164A2F631}" destId="{75EE32BA-7713-4505-9515-B88F1123F147}" srcOrd="3" destOrd="0" presId="urn:microsoft.com/office/officeart/2016/7/layout/BasicLinearProcessNumbered"/>
    <dgm:cxn modelId="{8F70C1CE-5D4B-426F-9894-8DEB3AB2939E}" type="presParOf" srcId="{FE0F5EE4-3D65-486D-8D15-BD738D2BB174}" destId="{D2DF87D4-34A3-4EC3-AD21-092DA72B2246}" srcOrd="1" destOrd="0" presId="urn:microsoft.com/office/officeart/2016/7/layout/BasicLinearProcessNumbered"/>
    <dgm:cxn modelId="{43575ABD-766C-41E0-9A88-027705E1CB37}" type="presParOf" srcId="{FE0F5EE4-3D65-486D-8D15-BD738D2BB174}" destId="{12336095-C491-4B9D-AEBF-B5917CD8276C}" srcOrd="2" destOrd="0" presId="urn:microsoft.com/office/officeart/2016/7/layout/BasicLinearProcessNumbered"/>
    <dgm:cxn modelId="{72771E05-B384-4414-964C-2D8E2A659E78}" type="presParOf" srcId="{12336095-C491-4B9D-AEBF-B5917CD8276C}" destId="{60C3887D-A51E-493B-99A6-D983723C8ABF}" srcOrd="0" destOrd="0" presId="urn:microsoft.com/office/officeart/2016/7/layout/BasicLinearProcessNumbered"/>
    <dgm:cxn modelId="{DE8CF392-D251-4DC1-9B76-11F361C38B12}" type="presParOf" srcId="{12336095-C491-4B9D-AEBF-B5917CD8276C}" destId="{D3EF1C53-4646-4BE3-88F3-A39275D1CB44}" srcOrd="1" destOrd="0" presId="urn:microsoft.com/office/officeart/2016/7/layout/BasicLinearProcessNumbered"/>
    <dgm:cxn modelId="{04C1653A-C3A0-4F91-BB44-ED5E7C07B2D8}" type="presParOf" srcId="{12336095-C491-4B9D-AEBF-B5917CD8276C}" destId="{A69B75EE-FB30-4A69-B89E-B0964DA6B9FE}" srcOrd="2" destOrd="0" presId="urn:microsoft.com/office/officeart/2016/7/layout/BasicLinearProcessNumbered"/>
    <dgm:cxn modelId="{BC96F74C-3876-4C9C-B2D7-4F8259D119C6}" type="presParOf" srcId="{12336095-C491-4B9D-AEBF-B5917CD8276C}" destId="{1EC1ADE3-31D1-4F67-BD87-B5C7A1A6C587}" srcOrd="3" destOrd="0" presId="urn:microsoft.com/office/officeart/2016/7/layout/BasicLinearProcessNumbered"/>
    <dgm:cxn modelId="{127D23E7-A23D-4595-BCD8-EB6CFACE7EE8}" type="presParOf" srcId="{FE0F5EE4-3D65-486D-8D15-BD738D2BB174}" destId="{E08DE2B1-6B68-4048-8BCA-B84A05BEC86D}" srcOrd="3" destOrd="0" presId="urn:microsoft.com/office/officeart/2016/7/layout/BasicLinearProcessNumbered"/>
    <dgm:cxn modelId="{297E346C-31BB-4BC8-8065-8F7F96214DCF}" type="presParOf" srcId="{FE0F5EE4-3D65-486D-8D15-BD738D2BB174}" destId="{C23EF18A-3E21-4817-A973-C1FF39172F58}" srcOrd="4" destOrd="0" presId="urn:microsoft.com/office/officeart/2016/7/layout/BasicLinearProcessNumbered"/>
    <dgm:cxn modelId="{0BB2264B-25A5-4BA7-8331-DF76FE7E45C5}" type="presParOf" srcId="{C23EF18A-3E21-4817-A973-C1FF39172F58}" destId="{A9896031-164D-4C37-8841-479A5D6FF719}" srcOrd="0" destOrd="0" presId="urn:microsoft.com/office/officeart/2016/7/layout/BasicLinearProcessNumbered"/>
    <dgm:cxn modelId="{B6F5D13B-E988-4121-96AB-3D92F296F33A}" type="presParOf" srcId="{C23EF18A-3E21-4817-A973-C1FF39172F58}" destId="{6393E28A-C647-4B47-B0E3-151E23C94A81}" srcOrd="1" destOrd="0" presId="urn:microsoft.com/office/officeart/2016/7/layout/BasicLinearProcessNumbered"/>
    <dgm:cxn modelId="{8D69ECE9-277C-4BC8-8559-5188522A0220}" type="presParOf" srcId="{C23EF18A-3E21-4817-A973-C1FF39172F58}" destId="{7109AD9E-3A89-4596-A580-C5106B44A42A}" srcOrd="2" destOrd="0" presId="urn:microsoft.com/office/officeart/2016/7/layout/BasicLinearProcessNumbered"/>
    <dgm:cxn modelId="{EB4375A9-9DB2-4CE0-8E16-44E54FC772CC}" type="presParOf" srcId="{C23EF18A-3E21-4817-A973-C1FF39172F58}" destId="{5703B281-AB9D-425C-A784-430C69553277}" srcOrd="3" destOrd="0" presId="urn:microsoft.com/office/officeart/2016/7/layout/BasicLinearProcessNumbered"/>
    <dgm:cxn modelId="{254DBEB3-2678-4A17-8A3C-FD7637D3035B}" type="presParOf" srcId="{FE0F5EE4-3D65-486D-8D15-BD738D2BB174}" destId="{2D567A60-73AB-4E02-81B3-ABEB83D4A6E3}" srcOrd="5" destOrd="0" presId="urn:microsoft.com/office/officeart/2016/7/layout/BasicLinearProcessNumbered"/>
    <dgm:cxn modelId="{01F998A9-A8FB-48A5-BE7F-DCA09841CC54}" type="presParOf" srcId="{FE0F5EE4-3D65-486D-8D15-BD738D2BB174}" destId="{57788668-2BB7-4B68-8290-97DC180E602E}" srcOrd="6" destOrd="0" presId="urn:microsoft.com/office/officeart/2016/7/layout/BasicLinearProcessNumbered"/>
    <dgm:cxn modelId="{DB654DB5-D937-4AD4-B102-B4561283E9CA}" type="presParOf" srcId="{57788668-2BB7-4B68-8290-97DC180E602E}" destId="{8889DBAD-750D-4F7E-837D-494DF49E1DFF}" srcOrd="0" destOrd="0" presId="urn:microsoft.com/office/officeart/2016/7/layout/BasicLinearProcessNumbered"/>
    <dgm:cxn modelId="{3C3CB48B-4F8E-4947-9597-C40776DCE517}" type="presParOf" srcId="{57788668-2BB7-4B68-8290-97DC180E602E}" destId="{EAE46228-F512-4920-B21E-5256B4AFBD8D}" srcOrd="1" destOrd="0" presId="urn:microsoft.com/office/officeart/2016/7/layout/BasicLinearProcessNumbered"/>
    <dgm:cxn modelId="{D5B4A399-1BCF-49E1-9933-EF83D3D9C505}" type="presParOf" srcId="{57788668-2BB7-4B68-8290-97DC180E602E}" destId="{F9EC95AE-5B6D-49FE-A3C4-EC8CEE5F735D}" srcOrd="2" destOrd="0" presId="urn:microsoft.com/office/officeart/2016/7/layout/BasicLinearProcessNumbered"/>
    <dgm:cxn modelId="{63AB481C-B464-4B99-A266-2C1735213181}" type="presParOf" srcId="{57788668-2BB7-4B68-8290-97DC180E602E}" destId="{98BFAA57-4CBE-4A87-A5FE-5C707D11843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4BEBE76-98DD-41B6-A3C5-50D8A800E8C2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A17D8E7-0096-4FD5-A0AD-A7ED78146DAD}">
      <dgm:prSet/>
      <dgm:spPr/>
      <dgm:t>
        <a:bodyPr/>
        <a:lstStyle/>
        <a:p>
          <a:r>
            <a:rPr lang="en-US"/>
            <a:t>Align</a:t>
          </a:r>
        </a:p>
      </dgm:t>
    </dgm:pt>
    <dgm:pt modelId="{7B279E4C-83DF-4283-A2ED-D2250BD73130}" type="parTrans" cxnId="{711B3D2C-870C-4797-80C4-9857F240EEC6}">
      <dgm:prSet/>
      <dgm:spPr/>
      <dgm:t>
        <a:bodyPr/>
        <a:lstStyle/>
        <a:p>
          <a:endParaRPr lang="en-US"/>
        </a:p>
      </dgm:t>
    </dgm:pt>
    <dgm:pt modelId="{930DF1B0-71DE-497C-BEE3-74E59C0D8711}" type="sibTrans" cxnId="{711B3D2C-870C-4797-80C4-9857F240EEC6}">
      <dgm:prSet/>
      <dgm:spPr/>
      <dgm:t>
        <a:bodyPr/>
        <a:lstStyle/>
        <a:p>
          <a:endParaRPr lang="en-US"/>
        </a:p>
      </dgm:t>
    </dgm:pt>
    <dgm:pt modelId="{95F8A721-0319-41F7-AB43-413E0A754F37}">
      <dgm:prSet/>
      <dgm:spPr/>
      <dgm:t>
        <a:bodyPr/>
        <a:lstStyle/>
        <a:p>
          <a:r>
            <a:rPr lang="en-US"/>
            <a:t>Align with SAQA, SETA and QCTO requirements</a:t>
          </a:r>
        </a:p>
      </dgm:t>
    </dgm:pt>
    <dgm:pt modelId="{DB3ADB6C-0E93-4975-83D2-73C9BA89118A}" type="parTrans" cxnId="{5B734189-7D25-4DD7-9BAF-D508DD80529D}">
      <dgm:prSet/>
      <dgm:spPr/>
      <dgm:t>
        <a:bodyPr/>
        <a:lstStyle/>
        <a:p>
          <a:endParaRPr lang="en-US"/>
        </a:p>
      </dgm:t>
    </dgm:pt>
    <dgm:pt modelId="{9AA365CD-3D64-4EA7-BA5A-EBE514E3878C}" type="sibTrans" cxnId="{5B734189-7D25-4DD7-9BAF-D508DD80529D}">
      <dgm:prSet/>
      <dgm:spPr/>
      <dgm:t>
        <a:bodyPr/>
        <a:lstStyle/>
        <a:p>
          <a:endParaRPr lang="en-US"/>
        </a:p>
      </dgm:t>
    </dgm:pt>
    <dgm:pt modelId="{4B6E5E11-1AF5-49CC-B1F4-879B18E09F1F}">
      <dgm:prSet/>
      <dgm:spPr/>
      <dgm:t>
        <a:bodyPr/>
        <a:lstStyle/>
        <a:p>
          <a:r>
            <a:rPr lang="en-US"/>
            <a:t>Maintain</a:t>
          </a:r>
        </a:p>
      </dgm:t>
    </dgm:pt>
    <dgm:pt modelId="{C05E5930-5D6D-4ED0-ABA0-D5BBD37275FB}" type="parTrans" cxnId="{F80D0510-C5D9-4206-90FB-D2CF9133B0CA}">
      <dgm:prSet/>
      <dgm:spPr/>
      <dgm:t>
        <a:bodyPr/>
        <a:lstStyle/>
        <a:p>
          <a:endParaRPr lang="en-US"/>
        </a:p>
      </dgm:t>
    </dgm:pt>
    <dgm:pt modelId="{AB62EB99-DBB9-45C5-AD1F-BC86FADD0214}" type="sibTrans" cxnId="{F80D0510-C5D9-4206-90FB-D2CF9133B0CA}">
      <dgm:prSet/>
      <dgm:spPr/>
      <dgm:t>
        <a:bodyPr/>
        <a:lstStyle/>
        <a:p>
          <a:endParaRPr lang="en-US"/>
        </a:p>
      </dgm:t>
    </dgm:pt>
    <dgm:pt modelId="{918D9332-EDDA-4B42-82B6-A889FD2AC5BD}">
      <dgm:prSet/>
      <dgm:spPr/>
      <dgm:t>
        <a:bodyPr/>
        <a:lstStyle/>
        <a:p>
          <a:r>
            <a:rPr lang="en-US"/>
            <a:t>Maintain accurate learner records</a:t>
          </a:r>
        </a:p>
      </dgm:t>
    </dgm:pt>
    <dgm:pt modelId="{679B5388-2D65-4274-A005-3DF78ECAF71E}" type="parTrans" cxnId="{21C3B5D6-A503-4AC5-92E5-766FD5080B7C}">
      <dgm:prSet/>
      <dgm:spPr/>
      <dgm:t>
        <a:bodyPr/>
        <a:lstStyle/>
        <a:p>
          <a:endParaRPr lang="en-US"/>
        </a:p>
      </dgm:t>
    </dgm:pt>
    <dgm:pt modelId="{AB230FFB-2B8A-4DCF-BA64-B7F3A160F435}" type="sibTrans" cxnId="{21C3B5D6-A503-4AC5-92E5-766FD5080B7C}">
      <dgm:prSet/>
      <dgm:spPr/>
      <dgm:t>
        <a:bodyPr/>
        <a:lstStyle/>
        <a:p>
          <a:endParaRPr lang="en-US"/>
        </a:p>
      </dgm:t>
    </dgm:pt>
    <dgm:pt modelId="{8103E2D6-A906-4BA1-8EE2-F26CC2100291}">
      <dgm:prSet/>
      <dgm:spPr/>
      <dgm:t>
        <a:bodyPr/>
        <a:lstStyle/>
        <a:p>
          <a:r>
            <a:rPr lang="en-US"/>
            <a:t>Track</a:t>
          </a:r>
        </a:p>
      </dgm:t>
    </dgm:pt>
    <dgm:pt modelId="{1AEE5031-B1A0-40E0-B18C-54E0FD3754B0}" type="parTrans" cxnId="{2A08A538-64C5-4A6B-B0E5-634095E1DAA1}">
      <dgm:prSet/>
      <dgm:spPr/>
      <dgm:t>
        <a:bodyPr/>
        <a:lstStyle/>
        <a:p>
          <a:endParaRPr lang="en-US"/>
        </a:p>
      </dgm:t>
    </dgm:pt>
    <dgm:pt modelId="{4CCFB4BA-07E2-46FB-A03E-74F815C247DF}" type="sibTrans" cxnId="{2A08A538-64C5-4A6B-B0E5-634095E1DAA1}">
      <dgm:prSet/>
      <dgm:spPr/>
      <dgm:t>
        <a:bodyPr/>
        <a:lstStyle/>
        <a:p>
          <a:endParaRPr lang="en-US"/>
        </a:p>
      </dgm:t>
    </dgm:pt>
    <dgm:pt modelId="{E46FFCCA-8E4F-4739-810F-2E65B9B03687}">
      <dgm:prSet/>
      <dgm:spPr/>
      <dgm:t>
        <a:bodyPr/>
        <a:lstStyle/>
        <a:p>
          <a:r>
            <a:rPr lang="en-US"/>
            <a:t>Track progress against outcomes</a:t>
          </a:r>
        </a:p>
      </dgm:t>
    </dgm:pt>
    <dgm:pt modelId="{EF5F1922-30E5-4248-B9A1-EB1DA0BCE0B1}" type="parTrans" cxnId="{452D2CE4-D978-44A8-8A23-60CF0149AA8E}">
      <dgm:prSet/>
      <dgm:spPr/>
      <dgm:t>
        <a:bodyPr/>
        <a:lstStyle/>
        <a:p>
          <a:endParaRPr lang="en-US"/>
        </a:p>
      </dgm:t>
    </dgm:pt>
    <dgm:pt modelId="{F4E65A10-C9DC-45FD-86F9-6BE9228F0A0E}" type="sibTrans" cxnId="{452D2CE4-D978-44A8-8A23-60CF0149AA8E}">
      <dgm:prSet/>
      <dgm:spPr/>
      <dgm:t>
        <a:bodyPr/>
        <a:lstStyle/>
        <a:p>
          <a:endParaRPr lang="en-US"/>
        </a:p>
      </dgm:t>
    </dgm:pt>
    <dgm:pt modelId="{1EF29DB3-5010-4CDF-8D1E-0AD05CFA32D4}">
      <dgm:prSet/>
      <dgm:spPr/>
      <dgm:t>
        <a:bodyPr/>
        <a:lstStyle/>
        <a:p>
          <a:r>
            <a:rPr lang="en-US"/>
            <a:t>Ensure</a:t>
          </a:r>
        </a:p>
      </dgm:t>
    </dgm:pt>
    <dgm:pt modelId="{1BFF68AE-FCA8-481F-A0C1-A78C9835C554}" type="parTrans" cxnId="{2F4C898F-0ED9-4827-B9F4-62E954B9F991}">
      <dgm:prSet/>
      <dgm:spPr/>
      <dgm:t>
        <a:bodyPr/>
        <a:lstStyle/>
        <a:p>
          <a:endParaRPr lang="en-US"/>
        </a:p>
      </dgm:t>
    </dgm:pt>
    <dgm:pt modelId="{20D254CF-DBA1-477F-BCC1-5C65A5CE880E}" type="sibTrans" cxnId="{2F4C898F-0ED9-4827-B9F4-62E954B9F991}">
      <dgm:prSet/>
      <dgm:spPr/>
      <dgm:t>
        <a:bodyPr/>
        <a:lstStyle/>
        <a:p>
          <a:endParaRPr lang="en-US"/>
        </a:p>
      </dgm:t>
    </dgm:pt>
    <dgm:pt modelId="{004519F3-5BF8-41AA-8F44-C70C8C16595F}">
      <dgm:prSet/>
      <dgm:spPr/>
      <dgm:t>
        <a:bodyPr/>
        <a:lstStyle/>
        <a:p>
          <a:r>
            <a:rPr lang="en-US"/>
            <a:t>Ensure quality assurance compliance</a:t>
          </a:r>
        </a:p>
      </dgm:t>
    </dgm:pt>
    <dgm:pt modelId="{5BC3A3E6-DBC4-4A3D-ACC7-4D11AE38002A}" type="parTrans" cxnId="{82000C7A-195A-400C-8010-6DE529961B9F}">
      <dgm:prSet/>
      <dgm:spPr/>
      <dgm:t>
        <a:bodyPr/>
        <a:lstStyle/>
        <a:p>
          <a:endParaRPr lang="en-US"/>
        </a:p>
      </dgm:t>
    </dgm:pt>
    <dgm:pt modelId="{A25FA7E4-B9F0-4F94-A0E5-A5DAF5A70E27}" type="sibTrans" cxnId="{82000C7A-195A-400C-8010-6DE529961B9F}">
      <dgm:prSet/>
      <dgm:spPr/>
      <dgm:t>
        <a:bodyPr/>
        <a:lstStyle/>
        <a:p>
          <a:endParaRPr lang="en-US"/>
        </a:p>
      </dgm:t>
    </dgm:pt>
    <dgm:pt modelId="{590120DC-EBF2-4CF8-8BC9-D7E06E72F4DE}" type="pres">
      <dgm:prSet presAssocID="{E4BEBE76-98DD-41B6-A3C5-50D8A800E8C2}" presName="Name0" presStyleCnt="0">
        <dgm:presLayoutVars>
          <dgm:dir/>
          <dgm:animLvl val="lvl"/>
          <dgm:resizeHandles val="exact"/>
        </dgm:presLayoutVars>
      </dgm:prSet>
      <dgm:spPr/>
    </dgm:pt>
    <dgm:pt modelId="{9C0EBC58-B3A1-467D-9782-1B9ACCBFBBCB}" type="pres">
      <dgm:prSet presAssocID="{9A17D8E7-0096-4FD5-A0AD-A7ED78146DAD}" presName="linNode" presStyleCnt="0"/>
      <dgm:spPr/>
    </dgm:pt>
    <dgm:pt modelId="{7FA19697-EAD7-4D52-9AF9-072E04277BEA}" type="pres">
      <dgm:prSet presAssocID="{9A17D8E7-0096-4FD5-A0AD-A7ED78146DAD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D06E3139-430E-4307-9B3A-9CD6E8C98FD1}" type="pres">
      <dgm:prSet presAssocID="{9A17D8E7-0096-4FD5-A0AD-A7ED78146DAD}" presName="descendantText" presStyleLbl="alignNode1" presStyleIdx="0" presStyleCnt="4">
        <dgm:presLayoutVars>
          <dgm:bulletEnabled/>
        </dgm:presLayoutVars>
      </dgm:prSet>
      <dgm:spPr/>
    </dgm:pt>
    <dgm:pt modelId="{38F8E672-9DCC-4A1F-8F83-C466F6797B15}" type="pres">
      <dgm:prSet presAssocID="{930DF1B0-71DE-497C-BEE3-74E59C0D8711}" presName="sp" presStyleCnt="0"/>
      <dgm:spPr/>
    </dgm:pt>
    <dgm:pt modelId="{6D49FA71-58A3-4E6C-9E4F-AF52BEDAC852}" type="pres">
      <dgm:prSet presAssocID="{4B6E5E11-1AF5-49CC-B1F4-879B18E09F1F}" presName="linNode" presStyleCnt="0"/>
      <dgm:spPr/>
    </dgm:pt>
    <dgm:pt modelId="{A922F679-DB38-4D80-B7E5-5517B4EF3F07}" type="pres">
      <dgm:prSet presAssocID="{4B6E5E11-1AF5-49CC-B1F4-879B18E09F1F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27EDAD10-A22E-49CB-9466-0AABC3216C4B}" type="pres">
      <dgm:prSet presAssocID="{4B6E5E11-1AF5-49CC-B1F4-879B18E09F1F}" presName="descendantText" presStyleLbl="alignNode1" presStyleIdx="1" presStyleCnt="4">
        <dgm:presLayoutVars>
          <dgm:bulletEnabled/>
        </dgm:presLayoutVars>
      </dgm:prSet>
      <dgm:spPr/>
    </dgm:pt>
    <dgm:pt modelId="{393B49CF-DC33-4FF4-9401-D72A2E1DFB11}" type="pres">
      <dgm:prSet presAssocID="{AB62EB99-DBB9-45C5-AD1F-BC86FADD0214}" presName="sp" presStyleCnt="0"/>
      <dgm:spPr/>
    </dgm:pt>
    <dgm:pt modelId="{70E110CC-F69D-4743-8A93-437C71CE1445}" type="pres">
      <dgm:prSet presAssocID="{8103E2D6-A906-4BA1-8EE2-F26CC2100291}" presName="linNode" presStyleCnt="0"/>
      <dgm:spPr/>
    </dgm:pt>
    <dgm:pt modelId="{B2C9BDA6-0787-4F28-AEE6-32B7C0660894}" type="pres">
      <dgm:prSet presAssocID="{8103E2D6-A906-4BA1-8EE2-F26CC2100291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B3FC698A-B6E8-4A7F-AD94-9D988CEC7FDB}" type="pres">
      <dgm:prSet presAssocID="{8103E2D6-A906-4BA1-8EE2-F26CC2100291}" presName="descendantText" presStyleLbl="alignNode1" presStyleIdx="2" presStyleCnt="4">
        <dgm:presLayoutVars>
          <dgm:bulletEnabled/>
        </dgm:presLayoutVars>
      </dgm:prSet>
      <dgm:spPr/>
    </dgm:pt>
    <dgm:pt modelId="{AC7FEB4E-3123-407A-878B-61BD066C1796}" type="pres">
      <dgm:prSet presAssocID="{4CCFB4BA-07E2-46FB-A03E-74F815C247DF}" presName="sp" presStyleCnt="0"/>
      <dgm:spPr/>
    </dgm:pt>
    <dgm:pt modelId="{BA93FD2A-EE83-4C3C-A392-5614D7C0C55F}" type="pres">
      <dgm:prSet presAssocID="{1EF29DB3-5010-4CDF-8D1E-0AD05CFA32D4}" presName="linNode" presStyleCnt="0"/>
      <dgm:spPr/>
    </dgm:pt>
    <dgm:pt modelId="{C7A22302-E284-4763-A958-3E8B6276FA5E}" type="pres">
      <dgm:prSet presAssocID="{1EF29DB3-5010-4CDF-8D1E-0AD05CFA32D4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6E1B3269-A25B-4C32-9714-4854F04EDEB2}" type="pres">
      <dgm:prSet presAssocID="{1EF29DB3-5010-4CDF-8D1E-0AD05CFA32D4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3645B100-F518-4F9C-A3FA-5793065242D0}" type="presOf" srcId="{1EF29DB3-5010-4CDF-8D1E-0AD05CFA32D4}" destId="{C7A22302-E284-4763-A958-3E8B6276FA5E}" srcOrd="0" destOrd="0" presId="urn:microsoft.com/office/officeart/2016/7/layout/VerticalHollowActionList"/>
    <dgm:cxn modelId="{F80D0510-C5D9-4206-90FB-D2CF9133B0CA}" srcId="{E4BEBE76-98DD-41B6-A3C5-50D8A800E8C2}" destId="{4B6E5E11-1AF5-49CC-B1F4-879B18E09F1F}" srcOrd="1" destOrd="0" parTransId="{C05E5930-5D6D-4ED0-ABA0-D5BBD37275FB}" sibTransId="{AB62EB99-DBB9-45C5-AD1F-BC86FADD0214}"/>
    <dgm:cxn modelId="{2782251D-26B0-47AB-BF02-CFAF5092FDC9}" type="presOf" srcId="{4B6E5E11-1AF5-49CC-B1F4-879B18E09F1F}" destId="{A922F679-DB38-4D80-B7E5-5517B4EF3F07}" srcOrd="0" destOrd="0" presId="urn:microsoft.com/office/officeart/2016/7/layout/VerticalHollowActionList"/>
    <dgm:cxn modelId="{711B3D2C-870C-4797-80C4-9857F240EEC6}" srcId="{E4BEBE76-98DD-41B6-A3C5-50D8A800E8C2}" destId="{9A17D8E7-0096-4FD5-A0AD-A7ED78146DAD}" srcOrd="0" destOrd="0" parTransId="{7B279E4C-83DF-4283-A2ED-D2250BD73130}" sibTransId="{930DF1B0-71DE-497C-BEE3-74E59C0D8711}"/>
    <dgm:cxn modelId="{B6D0682E-4C4C-4A9A-BD55-D063A4A1B494}" type="presOf" srcId="{E46FFCCA-8E4F-4739-810F-2E65B9B03687}" destId="{B3FC698A-B6E8-4A7F-AD94-9D988CEC7FDB}" srcOrd="0" destOrd="0" presId="urn:microsoft.com/office/officeart/2016/7/layout/VerticalHollowActionList"/>
    <dgm:cxn modelId="{2A08A538-64C5-4A6B-B0E5-634095E1DAA1}" srcId="{E4BEBE76-98DD-41B6-A3C5-50D8A800E8C2}" destId="{8103E2D6-A906-4BA1-8EE2-F26CC2100291}" srcOrd="2" destOrd="0" parTransId="{1AEE5031-B1A0-40E0-B18C-54E0FD3754B0}" sibTransId="{4CCFB4BA-07E2-46FB-A03E-74F815C247DF}"/>
    <dgm:cxn modelId="{CAB41C68-7546-475A-A9ED-6F454C284B0D}" type="presOf" srcId="{E4BEBE76-98DD-41B6-A3C5-50D8A800E8C2}" destId="{590120DC-EBF2-4CF8-8BC9-D7E06E72F4DE}" srcOrd="0" destOrd="0" presId="urn:microsoft.com/office/officeart/2016/7/layout/VerticalHollowActionList"/>
    <dgm:cxn modelId="{5351CE49-C7BF-4270-99C2-0F04F7BE062F}" type="presOf" srcId="{918D9332-EDDA-4B42-82B6-A889FD2AC5BD}" destId="{27EDAD10-A22E-49CB-9466-0AABC3216C4B}" srcOrd="0" destOrd="0" presId="urn:microsoft.com/office/officeart/2016/7/layout/VerticalHollowActionList"/>
    <dgm:cxn modelId="{82000C7A-195A-400C-8010-6DE529961B9F}" srcId="{1EF29DB3-5010-4CDF-8D1E-0AD05CFA32D4}" destId="{004519F3-5BF8-41AA-8F44-C70C8C16595F}" srcOrd="0" destOrd="0" parTransId="{5BC3A3E6-DBC4-4A3D-ACC7-4D11AE38002A}" sibTransId="{A25FA7E4-B9F0-4F94-A0E5-A5DAF5A70E27}"/>
    <dgm:cxn modelId="{8AE8D283-D51C-4D58-8E0D-117920BE8712}" type="presOf" srcId="{004519F3-5BF8-41AA-8F44-C70C8C16595F}" destId="{6E1B3269-A25B-4C32-9714-4854F04EDEB2}" srcOrd="0" destOrd="0" presId="urn:microsoft.com/office/officeart/2016/7/layout/VerticalHollowActionList"/>
    <dgm:cxn modelId="{5B734189-7D25-4DD7-9BAF-D508DD80529D}" srcId="{9A17D8E7-0096-4FD5-A0AD-A7ED78146DAD}" destId="{95F8A721-0319-41F7-AB43-413E0A754F37}" srcOrd="0" destOrd="0" parTransId="{DB3ADB6C-0E93-4975-83D2-73C9BA89118A}" sibTransId="{9AA365CD-3D64-4EA7-BA5A-EBE514E3878C}"/>
    <dgm:cxn modelId="{2F4C898F-0ED9-4827-B9F4-62E954B9F991}" srcId="{E4BEBE76-98DD-41B6-A3C5-50D8A800E8C2}" destId="{1EF29DB3-5010-4CDF-8D1E-0AD05CFA32D4}" srcOrd="3" destOrd="0" parTransId="{1BFF68AE-FCA8-481F-A0C1-A78C9835C554}" sibTransId="{20D254CF-DBA1-477F-BCC1-5C65A5CE880E}"/>
    <dgm:cxn modelId="{429B32BE-D814-42E4-B286-DFB965A98254}" type="presOf" srcId="{95F8A721-0319-41F7-AB43-413E0A754F37}" destId="{D06E3139-430E-4307-9B3A-9CD6E8C98FD1}" srcOrd="0" destOrd="0" presId="urn:microsoft.com/office/officeart/2016/7/layout/VerticalHollowActionList"/>
    <dgm:cxn modelId="{21C3B5D6-A503-4AC5-92E5-766FD5080B7C}" srcId="{4B6E5E11-1AF5-49CC-B1F4-879B18E09F1F}" destId="{918D9332-EDDA-4B42-82B6-A889FD2AC5BD}" srcOrd="0" destOrd="0" parTransId="{679B5388-2D65-4274-A005-3DF78ECAF71E}" sibTransId="{AB230FFB-2B8A-4DCF-BA64-B7F3A160F435}"/>
    <dgm:cxn modelId="{452D2CE4-D978-44A8-8A23-60CF0149AA8E}" srcId="{8103E2D6-A906-4BA1-8EE2-F26CC2100291}" destId="{E46FFCCA-8E4F-4739-810F-2E65B9B03687}" srcOrd="0" destOrd="0" parTransId="{EF5F1922-30E5-4248-B9A1-EB1DA0BCE0B1}" sibTransId="{F4E65A10-C9DC-45FD-86F9-6BE9228F0A0E}"/>
    <dgm:cxn modelId="{CEBE8CEC-930B-4AE1-83A7-DD80F1AE740D}" type="presOf" srcId="{8103E2D6-A906-4BA1-8EE2-F26CC2100291}" destId="{B2C9BDA6-0787-4F28-AEE6-32B7C0660894}" srcOrd="0" destOrd="0" presId="urn:microsoft.com/office/officeart/2016/7/layout/VerticalHollowActionList"/>
    <dgm:cxn modelId="{B8A141FD-99E4-4BC1-BEF9-2396A45727B9}" type="presOf" srcId="{9A17D8E7-0096-4FD5-A0AD-A7ED78146DAD}" destId="{7FA19697-EAD7-4D52-9AF9-072E04277BEA}" srcOrd="0" destOrd="0" presId="urn:microsoft.com/office/officeart/2016/7/layout/VerticalHollowActionList"/>
    <dgm:cxn modelId="{04E3A7F4-8113-441B-A7A2-7B65E61ED5DC}" type="presParOf" srcId="{590120DC-EBF2-4CF8-8BC9-D7E06E72F4DE}" destId="{9C0EBC58-B3A1-467D-9782-1B9ACCBFBBCB}" srcOrd="0" destOrd="0" presId="urn:microsoft.com/office/officeart/2016/7/layout/VerticalHollowActionList"/>
    <dgm:cxn modelId="{6960C5B5-E1A1-4787-88B8-E686530C4B84}" type="presParOf" srcId="{9C0EBC58-B3A1-467D-9782-1B9ACCBFBBCB}" destId="{7FA19697-EAD7-4D52-9AF9-072E04277BEA}" srcOrd="0" destOrd="0" presId="urn:microsoft.com/office/officeart/2016/7/layout/VerticalHollowActionList"/>
    <dgm:cxn modelId="{D29D18BB-21C0-4D31-BF45-BE327F49EE79}" type="presParOf" srcId="{9C0EBC58-B3A1-467D-9782-1B9ACCBFBBCB}" destId="{D06E3139-430E-4307-9B3A-9CD6E8C98FD1}" srcOrd="1" destOrd="0" presId="urn:microsoft.com/office/officeart/2016/7/layout/VerticalHollowActionList"/>
    <dgm:cxn modelId="{84191540-D49C-4D63-B4E2-1A7B111BF921}" type="presParOf" srcId="{590120DC-EBF2-4CF8-8BC9-D7E06E72F4DE}" destId="{38F8E672-9DCC-4A1F-8F83-C466F6797B15}" srcOrd="1" destOrd="0" presId="urn:microsoft.com/office/officeart/2016/7/layout/VerticalHollowActionList"/>
    <dgm:cxn modelId="{6FB84CB6-756D-4894-BEF2-F645925A0F1D}" type="presParOf" srcId="{590120DC-EBF2-4CF8-8BC9-D7E06E72F4DE}" destId="{6D49FA71-58A3-4E6C-9E4F-AF52BEDAC852}" srcOrd="2" destOrd="0" presId="urn:microsoft.com/office/officeart/2016/7/layout/VerticalHollowActionList"/>
    <dgm:cxn modelId="{392D1413-F8A9-4323-AABB-6FD89F4A7361}" type="presParOf" srcId="{6D49FA71-58A3-4E6C-9E4F-AF52BEDAC852}" destId="{A922F679-DB38-4D80-B7E5-5517B4EF3F07}" srcOrd="0" destOrd="0" presId="urn:microsoft.com/office/officeart/2016/7/layout/VerticalHollowActionList"/>
    <dgm:cxn modelId="{8731D843-4E76-411A-ACF9-E5CD2AF3FFF7}" type="presParOf" srcId="{6D49FA71-58A3-4E6C-9E4F-AF52BEDAC852}" destId="{27EDAD10-A22E-49CB-9466-0AABC3216C4B}" srcOrd="1" destOrd="0" presId="urn:microsoft.com/office/officeart/2016/7/layout/VerticalHollowActionList"/>
    <dgm:cxn modelId="{51654A83-363A-4F6F-B29D-88CDE2FFA973}" type="presParOf" srcId="{590120DC-EBF2-4CF8-8BC9-D7E06E72F4DE}" destId="{393B49CF-DC33-4FF4-9401-D72A2E1DFB11}" srcOrd="3" destOrd="0" presId="urn:microsoft.com/office/officeart/2016/7/layout/VerticalHollowActionList"/>
    <dgm:cxn modelId="{3039FFB3-C07B-4752-8520-1B527F268A89}" type="presParOf" srcId="{590120DC-EBF2-4CF8-8BC9-D7E06E72F4DE}" destId="{70E110CC-F69D-4743-8A93-437C71CE1445}" srcOrd="4" destOrd="0" presId="urn:microsoft.com/office/officeart/2016/7/layout/VerticalHollowActionList"/>
    <dgm:cxn modelId="{67458055-2D45-41B7-BB99-EF4D2BA3E5D3}" type="presParOf" srcId="{70E110CC-F69D-4743-8A93-437C71CE1445}" destId="{B2C9BDA6-0787-4F28-AEE6-32B7C0660894}" srcOrd="0" destOrd="0" presId="urn:microsoft.com/office/officeart/2016/7/layout/VerticalHollowActionList"/>
    <dgm:cxn modelId="{14258221-79C6-48AF-A91B-3AFD491C82C6}" type="presParOf" srcId="{70E110CC-F69D-4743-8A93-437C71CE1445}" destId="{B3FC698A-B6E8-4A7F-AD94-9D988CEC7FDB}" srcOrd="1" destOrd="0" presId="urn:microsoft.com/office/officeart/2016/7/layout/VerticalHollowActionList"/>
    <dgm:cxn modelId="{5780B865-FD42-4C51-A00A-1BB1BDDCC5CF}" type="presParOf" srcId="{590120DC-EBF2-4CF8-8BC9-D7E06E72F4DE}" destId="{AC7FEB4E-3123-407A-878B-61BD066C1796}" srcOrd="5" destOrd="0" presId="urn:microsoft.com/office/officeart/2016/7/layout/VerticalHollowActionList"/>
    <dgm:cxn modelId="{CBD7BF1E-F1DD-4FF3-BA7B-F60FE750D3B1}" type="presParOf" srcId="{590120DC-EBF2-4CF8-8BC9-D7E06E72F4DE}" destId="{BA93FD2A-EE83-4C3C-A392-5614D7C0C55F}" srcOrd="6" destOrd="0" presId="urn:microsoft.com/office/officeart/2016/7/layout/VerticalHollowActionList"/>
    <dgm:cxn modelId="{02565E80-38B4-4728-B04C-91C417BC3147}" type="presParOf" srcId="{BA93FD2A-EE83-4C3C-A392-5614D7C0C55F}" destId="{C7A22302-E284-4763-A958-3E8B6276FA5E}" srcOrd="0" destOrd="0" presId="urn:microsoft.com/office/officeart/2016/7/layout/VerticalHollowActionList"/>
    <dgm:cxn modelId="{02E6D8F0-3BE2-4538-9A85-14655E7DC41D}" type="presParOf" srcId="{BA93FD2A-EE83-4C3C-A392-5614D7C0C55F}" destId="{6E1B3269-A25B-4C32-9714-4854F04EDEB2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E85F49D-555C-4F7F-891D-D7B2E09C48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81E8AD-D6D6-4EE6-A62A-64C9DD76A3CF}">
      <dgm:prSet/>
      <dgm:spPr/>
      <dgm:t>
        <a:bodyPr/>
        <a:lstStyle/>
        <a:p>
          <a:r>
            <a:rPr lang="en-US"/>
            <a:t>Continuous assessment activities</a:t>
          </a:r>
        </a:p>
      </dgm:t>
    </dgm:pt>
    <dgm:pt modelId="{9F7FDF50-D0D3-49BF-A894-D58DEACE4842}" type="parTrans" cxnId="{F1B97B36-307F-4C04-90E1-C6FC94071102}">
      <dgm:prSet/>
      <dgm:spPr/>
      <dgm:t>
        <a:bodyPr/>
        <a:lstStyle/>
        <a:p>
          <a:endParaRPr lang="en-US"/>
        </a:p>
      </dgm:t>
    </dgm:pt>
    <dgm:pt modelId="{67F8DABA-9BDB-4727-94B7-FA75D86E8FF8}" type="sibTrans" cxnId="{F1B97B36-307F-4C04-90E1-C6FC94071102}">
      <dgm:prSet/>
      <dgm:spPr/>
      <dgm:t>
        <a:bodyPr/>
        <a:lstStyle/>
        <a:p>
          <a:endParaRPr lang="en-US"/>
        </a:p>
      </dgm:t>
    </dgm:pt>
    <dgm:pt modelId="{265A549D-D377-45A9-AB32-C917755F51CC}">
      <dgm:prSet/>
      <dgm:spPr/>
      <dgm:t>
        <a:bodyPr/>
        <a:lstStyle/>
        <a:p>
          <a:r>
            <a:rPr lang="en-US"/>
            <a:t>Practical workplace demonstrations</a:t>
          </a:r>
        </a:p>
      </dgm:t>
    </dgm:pt>
    <dgm:pt modelId="{D469D9D2-7EA2-4C76-ACCA-60B7085C1F18}" type="parTrans" cxnId="{561AC2AD-0D62-49DB-842F-A6E269244763}">
      <dgm:prSet/>
      <dgm:spPr/>
      <dgm:t>
        <a:bodyPr/>
        <a:lstStyle/>
        <a:p>
          <a:endParaRPr lang="en-US"/>
        </a:p>
      </dgm:t>
    </dgm:pt>
    <dgm:pt modelId="{64284E07-1F3E-456D-B3D0-4890C8460353}" type="sibTrans" cxnId="{561AC2AD-0D62-49DB-842F-A6E269244763}">
      <dgm:prSet/>
      <dgm:spPr/>
      <dgm:t>
        <a:bodyPr/>
        <a:lstStyle/>
        <a:p>
          <a:endParaRPr lang="en-US"/>
        </a:p>
      </dgm:t>
    </dgm:pt>
    <dgm:pt modelId="{6C3443B5-6BF6-4325-ADF8-13C5FB57EAAB}">
      <dgm:prSet/>
      <dgm:spPr/>
      <dgm:t>
        <a:bodyPr/>
        <a:lstStyle/>
        <a:p>
          <a:r>
            <a:rPr lang="en-US"/>
            <a:t>Integrated Final Assessment (FISA)</a:t>
          </a:r>
        </a:p>
      </dgm:t>
    </dgm:pt>
    <dgm:pt modelId="{0EB80B65-FE66-47CA-9F0B-7DB8CB281B7F}" type="parTrans" cxnId="{1B470E21-0A2D-4BB2-93EC-774A49770BD9}">
      <dgm:prSet/>
      <dgm:spPr/>
      <dgm:t>
        <a:bodyPr/>
        <a:lstStyle/>
        <a:p>
          <a:endParaRPr lang="en-US"/>
        </a:p>
      </dgm:t>
    </dgm:pt>
    <dgm:pt modelId="{EA2D23C9-6707-4413-B1A9-27D27A07080F}" type="sibTrans" cxnId="{1B470E21-0A2D-4BB2-93EC-774A49770BD9}">
      <dgm:prSet/>
      <dgm:spPr/>
      <dgm:t>
        <a:bodyPr/>
        <a:lstStyle/>
        <a:p>
          <a:endParaRPr lang="en-US"/>
        </a:p>
      </dgm:t>
    </dgm:pt>
    <dgm:pt modelId="{C967D783-80F0-4862-97CA-5D7745D24C8B}">
      <dgm:prSet/>
      <dgm:spPr/>
      <dgm:t>
        <a:bodyPr/>
        <a:lstStyle/>
        <a:p>
          <a:r>
            <a:rPr lang="en-US"/>
            <a:t>Competency-based evaluation</a:t>
          </a:r>
        </a:p>
      </dgm:t>
    </dgm:pt>
    <dgm:pt modelId="{79084CCB-B5D8-44EF-8ED8-ECDDF8344A51}" type="parTrans" cxnId="{4D839735-84F3-4954-9A04-3B63BD7FE04F}">
      <dgm:prSet/>
      <dgm:spPr/>
      <dgm:t>
        <a:bodyPr/>
        <a:lstStyle/>
        <a:p>
          <a:endParaRPr lang="en-US"/>
        </a:p>
      </dgm:t>
    </dgm:pt>
    <dgm:pt modelId="{F881DE33-8DFE-4CFD-9CBE-A4EEEA208492}" type="sibTrans" cxnId="{4D839735-84F3-4954-9A04-3B63BD7FE04F}">
      <dgm:prSet/>
      <dgm:spPr/>
      <dgm:t>
        <a:bodyPr/>
        <a:lstStyle/>
        <a:p>
          <a:endParaRPr lang="en-US"/>
        </a:p>
      </dgm:t>
    </dgm:pt>
    <dgm:pt modelId="{6F937B0A-EA61-4CB4-AF5D-34D4F2E48A46}" type="pres">
      <dgm:prSet presAssocID="{AE85F49D-555C-4F7F-891D-D7B2E09C484B}" presName="root" presStyleCnt="0">
        <dgm:presLayoutVars>
          <dgm:dir/>
          <dgm:resizeHandles val="exact"/>
        </dgm:presLayoutVars>
      </dgm:prSet>
      <dgm:spPr/>
    </dgm:pt>
    <dgm:pt modelId="{6C906A2A-95E0-4B77-A771-87F8734395DA}" type="pres">
      <dgm:prSet presAssocID="{9081E8AD-D6D6-4EE6-A62A-64C9DD76A3CF}" presName="compNode" presStyleCnt="0"/>
      <dgm:spPr/>
    </dgm:pt>
    <dgm:pt modelId="{38199074-72FF-4DF2-8EF1-1CCE8B4FB91E}" type="pres">
      <dgm:prSet presAssocID="{9081E8AD-D6D6-4EE6-A62A-64C9DD76A3CF}" presName="bgRect" presStyleLbl="bgShp" presStyleIdx="0" presStyleCnt="4"/>
      <dgm:spPr/>
    </dgm:pt>
    <dgm:pt modelId="{AD9F5458-42D6-4722-B665-7456487A0EE7}" type="pres">
      <dgm:prSet presAssocID="{9081E8AD-D6D6-4EE6-A62A-64C9DD76A3C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5FD141EC-EDA8-44D1-B5EA-B1BC4844891F}" type="pres">
      <dgm:prSet presAssocID="{9081E8AD-D6D6-4EE6-A62A-64C9DD76A3CF}" presName="spaceRect" presStyleCnt="0"/>
      <dgm:spPr/>
    </dgm:pt>
    <dgm:pt modelId="{31466DDF-2AFF-477B-8684-FFDE4A3F8D1F}" type="pres">
      <dgm:prSet presAssocID="{9081E8AD-D6D6-4EE6-A62A-64C9DD76A3CF}" presName="parTx" presStyleLbl="revTx" presStyleIdx="0" presStyleCnt="4">
        <dgm:presLayoutVars>
          <dgm:chMax val="0"/>
          <dgm:chPref val="0"/>
        </dgm:presLayoutVars>
      </dgm:prSet>
      <dgm:spPr/>
    </dgm:pt>
    <dgm:pt modelId="{E0A0B9C5-E834-4464-8E8C-03716CAD9349}" type="pres">
      <dgm:prSet presAssocID="{67F8DABA-9BDB-4727-94B7-FA75D86E8FF8}" presName="sibTrans" presStyleCnt="0"/>
      <dgm:spPr/>
    </dgm:pt>
    <dgm:pt modelId="{A5004DA6-4DA9-40F7-94DD-178A1CAE2764}" type="pres">
      <dgm:prSet presAssocID="{265A549D-D377-45A9-AB32-C917755F51CC}" presName="compNode" presStyleCnt="0"/>
      <dgm:spPr/>
    </dgm:pt>
    <dgm:pt modelId="{EEFF5374-0AEB-44A0-BB5F-82D745A76DD2}" type="pres">
      <dgm:prSet presAssocID="{265A549D-D377-45A9-AB32-C917755F51CC}" presName="bgRect" presStyleLbl="bgShp" presStyleIdx="1" presStyleCnt="4"/>
      <dgm:spPr/>
    </dgm:pt>
    <dgm:pt modelId="{B92FFA47-2326-46F3-B8F4-2DE8A99EB453}" type="pres">
      <dgm:prSet presAssocID="{265A549D-D377-45A9-AB32-C917755F51C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07BD104-40A4-4616-ACD8-B7566ED01D63}" type="pres">
      <dgm:prSet presAssocID="{265A549D-D377-45A9-AB32-C917755F51CC}" presName="spaceRect" presStyleCnt="0"/>
      <dgm:spPr/>
    </dgm:pt>
    <dgm:pt modelId="{0956534A-472B-45D2-8192-4469D6BB43F6}" type="pres">
      <dgm:prSet presAssocID="{265A549D-D377-45A9-AB32-C917755F51CC}" presName="parTx" presStyleLbl="revTx" presStyleIdx="1" presStyleCnt="4">
        <dgm:presLayoutVars>
          <dgm:chMax val="0"/>
          <dgm:chPref val="0"/>
        </dgm:presLayoutVars>
      </dgm:prSet>
      <dgm:spPr/>
    </dgm:pt>
    <dgm:pt modelId="{69850817-6167-494E-8124-1C2D6DD5C33C}" type="pres">
      <dgm:prSet presAssocID="{64284E07-1F3E-456D-B3D0-4890C8460353}" presName="sibTrans" presStyleCnt="0"/>
      <dgm:spPr/>
    </dgm:pt>
    <dgm:pt modelId="{8DF17CB2-E186-4913-8DA0-C64579FB5B55}" type="pres">
      <dgm:prSet presAssocID="{6C3443B5-6BF6-4325-ADF8-13C5FB57EAAB}" presName="compNode" presStyleCnt="0"/>
      <dgm:spPr/>
    </dgm:pt>
    <dgm:pt modelId="{53A9A11C-BCDA-4387-ACF1-4F9AF05F2308}" type="pres">
      <dgm:prSet presAssocID="{6C3443B5-6BF6-4325-ADF8-13C5FB57EAAB}" presName="bgRect" presStyleLbl="bgShp" presStyleIdx="2" presStyleCnt="4"/>
      <dgm:spPr/>
    </dgm:pt>
    <dgm:pt modelId="{63E75161-166A-438B-A44A-C08F9FCE8F7C}" type="pres">
      <dgm:prSet presAssocID="{6C3443B5-6BF6-4325-ADF8-13C5FB57EAA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on Viewing Ceremony"/>
        </a:ext>
      </dgm:extLst>
    </dgm:pt>
    <dgm:pt modelId="{EC81C902-572F-471A-A9CF-92D2BC25D6AC}" type="pres">
      <dgm:prSet presAssocID="{6C3443B5-6BF6-4325-ADF8-13C5FB57EAAB}" presName="spaceRect" presStyleCnt="0"/>
      <dgm:spPr/>
    </dgm:pt>
    <dgm:pt modelId="{D59BB3AF-68BB-4C34-9B86-82B473868B7E}" type="pres">
      <dgm:prSet presAssocID="{6C3443B5-6BF6-4325-ADF8-13C5FB57EAAB}" presName="parTx" presStyleLbl="revTx" presStyleIdx="2" presStyleCnt="4">
        <dgm:presLayoutVars>
          <dgm:chMax val="0"/>
          <dgm:chPref val="0"/>
        </dgm:presLayoutVars>
      </dgm:prSet>
      <dgm:spPr/>
    </dgm:pt>
    <dgm:pt modelId="{D23CACA2-8003-4115-AE8E-D836D92F3C9D}" type="pres">
      <dgm:prSet presAssocID="{EA2D23C9-6707-4413-B1A9-27D27A07080F}" presName="sibTrans" presStyleCnt="0"/>
      <dgm:spPr/>
    </dgm:pt>
    <dgm:pt modelId="{BD975A30-BDEB-45E7-B908-A9DCAD8C69A6}" type="pres">
      <dgm:prSet presAssocID="{C967D783-80F0-4862-97CA-5D7745D24C8B}" presName="compNode" presStyleCnt="0"/>
      <dgm:spPr/>
    </dgm:pt>
    <dgm:pt modelId="{9603A9D1-2519-4537-B74B-3F677BCC469F}" type="pres">
      <dgm:prSet presAssocID="{C967D783-80F0-4862-97CA-5D7745D24C8B}" presName="bgRect" presStyleLbl="bgShp" presStyleIdx="3" presStyleCnt="4"/>
      <dgm:spPr/>
    </dgm:pt>
    <dgm:pt modelId="{D79D9792-9B39-447B-B7D4-733BC6A31B73}" type="pres">
      <dgm:prSet presAssocID="{C967D783-80F0-4862-97CA-5D7745D24C8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7944C18-B79A-42EC-B23A-ED891F819D9E}" type="pres">
      <dgm:prSet presAssocID="{C967D783-80F0-4862-97CA-5D7745D24C8B}" presName="spaceRect" presStyleCnt="0"/>
      <dgm:spPr/>
    </dgm:pt>
    <dgm:pt modelId="{D2D88488-90C6-4EBF-8C34-C5A53E905D91}" type="pres">
      <dgm:prSet presAssocID="{C967D783-80F0-4862-97CA-5D7745D24C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B470E21-0A2D-4BB2-93EC-774A49770BD9}" srcId="{AE85F49D-555C-4F7F-891D-D7B2E09C484B}" destId="{6C3443B5-6BF6-4325-ADF8-13C5FB57EAAB}" srcOrd="2" destOrd="0" parTransId="{0EB80B65-FE66-47CA-9F0B-7DB8CB281B7F}" sibTransId="{EA2D23C9-6707-4413-B1A9-27D27A07080F}"/>
    <dgm:cxn modelId="{4D839735-84F3-4954-9A04-3B63BD7FE04F}" srcId="{AE85F49D-555C-4F7F-891D-D7B2E09C484B}" destId="{C967D783-80F0-4862-97CA-5D7745D24C8B}" srcOrd="3" destOrd="0" parTransId="{79084CCB-B5D8-44EF-8ED8-ECDDF8344A51}" sibTransId="{F881DE33-8DFE-4CFD-9CBE-A4EEEA208492}"/>
    <dgm:cxn modelId="{F1B97B36-307F-4C04-90E1-C6FC94071102}" srcId="{AE85F49D-555C-4F7F-891D-D7B2E09C484B}" destId="{9081E8AD-D6D6-4EE6-A62A-64C9DD76A3CF}" srcOrd="0" destOrd="0" parTransId="{9F7FDF50-D0D3-49BF-A894-D58DEACE4842}" sibTransId="{67F8DABA-9BDB-4727-94B7-FA75D86E8FF8}"/>
    <dgm:cxn modelId="{493B6F82-6EA5-4D4D-80B0-8CDCD688C646}" type="presOf" srcId="{C967D783-80F0-4862-97CA-5D7745D24C8B}" destId="{D2D88488-90C6-4EBF-8C34-C5A53E905D91}" srcOrd="0" destOrd="0" presId="urn:microsoft.com/office/officeart/2018/2/layout/IconVerticalSolidList"/>
    <dgm:cxn modelId="{3C6FDF93-DCD4-4DB5-95A7-0FE110B24B93}" type="presOf" srcId="{9081E8AD-D6D6-4EE6-A62A-64C9DD76A3CF}" destId="{31466DDF-2AFF-477B-8684-FFDE4A3F8D1F}" srcOrd="0" destOrd="0" presId="urn:microsoft.com/office/officeart/2018/2/layout/IconVerticalSolidList"/>
    <dgm:cxn modelId="{561AC2AD-0D62-49DB-842F-A6E269244763}" srcId="{AE85F49D-555C-4F7F-891D-D7B2E09C484B}" destId="{265A549D-D377-45A9-AB32-C917755F51CC}" srcOrd="1" destOrd="0" parTransId="{D469D9D2-7EA2-4C76-ACCA-60B7085C1F18}" sibTransId="{64284E07-1F3E-456D-B3D0-4890C8460353}"/>
    <dgm:cxn modelId="{299EC3C8-BDDD-44EF-A5FD-9E4C75D61607}" type="presOf" srcId="{265A549D-D377-45A9-AB32-C917755F51CC}" destId="{0956534A-472B-45D2-8192-4469D6BB43F6}" srcOrd="0" destOrd="0" presId="urn:microsoft.com/office/officeart/2018/2/layout/IconVerticalSolidList"/>
    <dgm:cxn modelId="{20EBE0E2-8A1D-4C6F-801B-78A02D55FC68}" type="presOf" srcId="{6C3443B5-6BF6-4325-ADF8-13C5FB57EAAB}" destId="{D59BB3AF-68BB-4C34-9B86-82B473868B7E}" srcOrd="0" destOrd="0" presId="urn:microsoft.com/office/officeart/2018/2/layout/IconVerticalSolidList"/>
    <dgm:cxn modelId="{3B60A0EC-920B-4C3F-A5D0-E5D870C12C3F}" type="presOf" srcId="{AE85F49D-555C-4F7F-891D-D7B2E09C484B}" destId="{6F937B0A-EA61-4CB4-AF5D-34D4F2E48A46}" srcOrd="0" destOrd="0" presId="urn:microsoft.com/office/officeart/2018/2/layout/IconVerticalSolidList"/>
    <dgm:cxn modelId="{73CAB96F-5ABB-4183-9983-7D784924035B}" type="presParOf" srcId="{6F937B0A-EA61-4CB4-AF5D-34D4F2E48A46}" destId="{6C906A2A-95E0-4B77-A771-87F8734395DA}" srcOrd="0" destOrd="0" presId="urn:microsoft.com/office/officeart/2018/2/layout/IconVerticalSolidList"/>
    <dgm:cxn modelId="{CE327A10-BA07-4930-B9F3-917D031876F2}" type="presParOf" srcId="{6C906A2A-95E0-4B77-A771-87F8734395DA}" destId="{38199074-72FF-4DF2-8EF1-1CCE8B4FB91E}" srcOrd="0" destOrd="0" presId="urn:microsoft.com/office/officeart/2018/2/layout/IconVerticalSolidList"/>
    <dgm:cxn modelId="{6213E8FD-483F-4C95-921E-BA4B66073A65}" type="presParOf" srcId="{6C906A2A-95E0-4B77-A771-87F8734395DA}" destId="{AD9F5458-42D6-4722-B665-7456487A0EE7}" srcOrd="1" destOrd="0" presId="urn:microsoft.com/office/officeart/2018/2/layout/IconVerticalSolidList"/>
    <dgm:cxn modelId="{92C38E47-09BF-4159-9539-67E614DEE44D}" type="presParOf" srcId="{6C906A2A-95E0-4B77-A771-87F8734395DA}" destId="{5FD141EC-EDA8-44D1-B5EA-B1BC4844891F}" srcOrd="2" destOrd="0" presId="urn:microsoft.com/office/officeart/2018/2/layout/IconVerticalSolidList"/>
    <dgm:cxn modelId="{6FA034FC-2EA6-4DE9-A59D-14A4EA68DEDC}" type="presParOf" srcId="{6C906A2A-95E0-4B77-A771-87F8734395DA}" destId="{31466DDF-2AFF-477B-8684-FFDE4A3F8D1F}" srcOrd="3" destOrd="0" presId="urn:microsoft.com/office/officeart/2018/2/layout/IconVerticalSolidList"/>
    <dgm:cxn modelId="{54E8E02B-9154-48C0-B599-68226CB976A6}" type="presParOf" srcId="{6F937B0A-EA61-4CB4-AF5D-34D4F2E48A46}" destId="{E0A0B9C5-E834-4464-8E8C-03716CAD9349}" srcOrd="1" destOrd="0" presId="urn:microsoft.com/office/officeart/2018/2/layout/IconVerticalSolidList"/>
    <dgm:cxn modelId="{968041FA-6B95-4176-9D15-52090DD54577}" type="presParOf" srcId="{6F937B0A-EA61-4CB4-AF5D-34D4F2E48A46}" destId="{A5004DA6-4DA9-40F7-94DD-178A1CAE2764}" srcOrd="2" destOrd="0" presId="urn:microsoft.com/office/officeart/2018/2/layout/IconVerticalSolidList"/>
    <dgm:cxn modelId="{C6F39737-46A6-407E-BC87-3CDB77D99777}" type="presParOf" srcId="{A5004DA6-4DA9-40F7-94DD-178A1CAE2764}" destId="{EEFF5374-0AEB-44A0-BB5F-82D745A76DD2}" srcOrd="0" destOrd="0" presId="urn:microsoft.com/office/officeart/2018/2/layout/IconVerticalSolidList"/>
    <dgm:cxn modelId="{80B21EF4-5A49-4315-B74A-65B546D64713}" type="presParOf" srcId="{A5004DA6-4DA9-40F7-94DD-178A1CAE2764}" destId="{B92FFA47-2326-46F3-B8F4-2DE8A99EB453}" srcOrd="1" destOrd="0" presId="urn:microsoft.com/office/officeart/2018/2/layout/IconVerticalSolidList"/>
    <dgm:cxn modelId="{0F37BEB1-00A8-4274-BEBB-F3A073AF7B4B}" type="presParOf" srcId="{A5004DA6-4DA9-40F7-94DD-178A1CAE2764}" destId="{107BD104-40A4-4616-ACD8-B7566ED01D63}" srcOrd="2" destOrd="0" presId="urn:microsoft.com/office/officeart/2018/2/layout/IconVerticalSolidList"/>
    <dgm:cxn modelId="{E57476C8-39CD-4A7B-9500-3BF9D00DE57E}" type="presParOf" srcId="{A5004DA6-4DA9-40F7-94DD-178A1CAE2764}" destId="{0956534A-472B-45D2-8192-4469D6BB43F6}" srcOrd="3" destOrd="0" presId="urn:microsoft.com/office/officeart/2018/2/layout/IconVerticalSolidList"/>
    <dgm:cxn modelId="{D3A985E6-491C-4E23-AA26-D7F7145FB7C5}" type="presParOf" srcId="{6F937B0A-EA61-4CB4-AF5D-34D4F2E48A46}" destId="{69850817-6167-494E-8124-1C2D6DD5C33C}" srcOrd="3" destOrd="0" presId="urn:microsoft.com/office/officeart/2018/2/layout/IconVerticalSolidList"/>
    <dgm:cxn modelId="{FB36263C-FBDE-4622-BB2E-C53B28ACC87A}" type="presParOf" srcId="{6F937B0A-EA61-4CB4-AF5D-34D4F2E48A46}" destId="{8DF17CB2-E186-4913-8DA0-C64579FB5B55}" srcOrd="4" destOrd="0" presId="urn:microsoft.com/office/officeart/2018/2/layout/IconVerticalSolidList"/>
    <dgm:cxn modelId="{556E06E1-AA6E-47B8-A87E-1ADF82A2D2CC}" type="presParOf" srcId="{8DF17CB2-E186-4913-8DA0-C64579FB5B55}" destId="{53A9A11C-BCDA-4387-ACF1-4F9AF05F2308}" srcOrd="0" destOrd="0" presId="urn:microsoft.com/office/officeart/2018/2/layout/IconVerticalSolidList"/>
    <dgm:cxn modelId="{DDDAF36D-A8B8-4208-88EC-11FFCCBADFC6}" type="presParOf" srcId="{8DF17CB2-E186-4913-8DA0-C64579FB5B55}" destId="{63E75161-166A-438B-A44A-C08F9FCE8F7C}" srcOrd="1" destOrd="0" presId="urn:microsoft.com/office/officeart/2018/2/layout/IconVerticalSolidList"/>
    <dgm:cxn modelId="{A74DE54C-7B69-472D-99DD-9AAEC6FC7643}" type="presParOf" srcId="{8DF17CB2-E186-4913-8DA0-C64579FB5B55}" destId="{EC81C902-572F-471A-A9CF-92D2BC25D6AC}" srcOrd="2" destOrd="0" presId="urn:microsoft.com/office/officeart/2018/2/layout/IconVerticalSolidList"/>
    <dgm:cxn modelId="{0BF1D1DD-AEB2-4B17-9B61-587EF194FE1E}" type="presParOf" srcId="{8DF17CB2-E186-4913-8DA0-C64579FB5B55}" destId="{D59BB3AF-68BB-4C34-9B86-82B473868B7E}" srcOrd="3" destOrd="0" presId="urn:microsoft.com/office/officeart/2018/2/layout/IconVerticalSolidList"/>
    <dgm:cxn modelId="{DF3A1A1C-E320-47DB-92A0-72C19A0500A6}" type="presParOf" srcId="{6F937B0A-EA61-4CB4-AF5D-34D4F2E48A46}" destId="{D23CACA2-8003-4115-AE8E-D836D92F3C9D}" srcOrd="5" destOrd="0" presId="urn:microsoft.com/office/officeart/2018/2/layout/IconVerticalSolidList"/>
    <dgm:cxn modelId="{B89C08C3-9DB8-4717-B117-8C7F89D5B02E}" type="presParOf" srcId="{6F937B0A-EA61-4CB4-AF5D-34D4F2E48A46}" destId="{BD975A30-BDEB-45E7-B908-A9DCAD8C69A6}" srcOrd="6" destOrd="0" presId="urn:microsoft.com/office/officeart/2018/2/layout/IconVerticalSolidList"/>
    <dgm:cxn modelId="{C27E6D39-F7B9-4B9E-9B21-D147EDB4271F}" type="presParOf" srcId="{BD975A30-BDEB-45E7-B908-A9DCAD8C69A6}" destId="{9603A9D1-2519-4537-B74B-3F677BCC469F}" srcOrd="0" destOrd="0" presId="urn:microsoft.com/office/officeart/2018/2/layout/IconVerticalSolidList"/>
    <dgm:cxn modelId="{E26E6804-1036-4651-8803-3431AAE4DDE6}" type="presParOf" srcId="{BD975A30-BDEB-45E7-B908-A9DCAD8C69A6}" destId="{D79D9792-9B39-447B-B7D4-733BC6A31B73}" srcOrd="1" destOrd="0" presId="urn:microsoft.com/office/officeart/2018/2/layout/IconVerticalSolidList"/>
    <dgm:cxn modelId="{07EB282A-15D4-49D5-8F3A-17FBDCE99465}" type="presParOf" srcId="{BD975A30-BDEB-45E7-B908-A9DCAD8C69A6}" destId="{87944C18-B79A-42EC-B23A-ED891F819D9E}" srcOrd="2" destOrd="0" presId="urn:microsoft.com/office/officeart/2018/2/layout/IconVerticalSolidList"/>
    <dgm:cxn modelId="{389C659C-43BD-4181-BBDD-02D4DF057D5B}" type="presParOf" srcId="{BD975A30-BDEB-45E7-B908-A9DCAD8C69A6}" destId="{D2D88488-90C6-4EBF-8C34-C5A53E905D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4732E-411D-483E-846B-F9BACB733A03}">
      <dsp:nvSpPr>
        <dsp:cNvPr id="0" name=""/>
        <dsp:cNvSpPr/>
      </dsp:nvSpPr>
      <dsp:spPr>
        <a:xfrm>
          <a:off x="153560" y="784462"/>
          <a:ext cx="914333" cy="9143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B67C7-8FF3-4227-B463-A2EA1737E5A2}">
      <dsp:nvSpPr>
        <dsp:cNvPr id="0" name=""/>
        <dsp:cNvSpPr/>
      </dsp:nvSpPr>
      <dsp:spPr>
        <a:xfrm>
          <a:off x="345570" y="976471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E635D-DBE2-4A54-B2D9-82B75EBACF96}">
      <dsp:nvSpPr>
        <dsp:cNvPr id="0" name=""/>
        <dsp:cNvSpPr/>
      </dsp:nvSpPr>
      <dsp:spPr>
        <a:xfrm>
          <a:off x="1263821" y="784462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 work-based learning principles and models</a:t>
          </a:r>
        </a:p>
      </dsp:txBody>
      <dsp:txXfrm>
        <a:off x="1263821" y="784462"/>
        <a:ext cx="2155213" cy="914333"/>
      </dsp:txXfrm>
    </dsp:sp>
    <dsp:sp modelId="{D7395665-BBFC-45FD-BB67-DB9E720CA3A3}">
      <dsp:nvSpPr>
        <dsp:cNvPr id="0" name=""/>
        <dsp:cNvSpPr/>
      </dsp:nvSpPr>
      <dsp:spPr>
        <a:xfrm>
          <a:off x="3794564" y="784462"/>
          <a:ext cx="914333" cy="9143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425FF6-8B63-4606-9E2E-6B4C2B7785B5}">
      <dsp:nvSpPr>
        <dsp:cNvPr id="0" name=""/>
        <dsp:cNvSpPr/>
      </dsp:nvSpPr>
      <dsp:spPr>
        <a:xfrm>
          <a:off x="3986574" y="976471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DD236-54F5-4A26-8601-4C0CD54F2D63}">
      <dsp:nvSpPr>
        <dsp:cNvPr id="0" name=""/>
        <dsp:cNvSpPr/>
      </dsp:nvSpPr>
      <dsp:spPr>
        <a:xfrm>
          <a:off x="4904826" y="784462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Plan and schedule workplace learning</a:t>
          </a:r>
        </a:p>
      </dsp:txBody>
      <dsp:txXfrm>
        <a:off x="4904826" y="784462"/>
        <a:ext cx="2155213" cy="914333"/>
      </dsp:txXfrm>
    </dsp:sp>
    <dsp:sp modelId="{B2AF5017-0D5E-446A-BB37-F2926F8CEF55}">
      <dsp:nvSpPr>
        <dsp:cNvPr id="0" name=""/>
        <dsp:cNvSpPr/>
      </dsp:nvSpPr>
      <dsp:spPr>
        <a:xfrm>
          <a:off x="153560" y="2394686"/>
          <a:ext cx="914333" cy="9143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9B704-691E-4DFF-8DA1-335878F1C08D}">
      <dsp:nvSpPr>
        <dsp:cNvPr id="0" name=""/>
        <dsp:cNvSpPr/>
      </dsp:nvSpPr>
      <dsp:spPr>
        <a:xfrm>
          <a:off x="345570" y="2586696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C2DD9-39F0-4D9E-A328-0F43B8C6B657}">
      <dsp:nvSpPr>
        <dsp:cNvPr id="0" name=""/>
        <dsp:cNvSpPr/>
      </dsp:nvSpPr>
      <dsp:spPr>
        <a:xfrm>
          <a:off x="1263821" y="2394686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Facilitate work-based learning interventions</a:t>
          </a:r>
        </a:p>
      </dsp:txBody>
      <dsp:txXfrm>
        <a:off x="1263821" y="2394686"/>
        <a:ext cx="2155213" cy="914333"/>
      </dsp:txXfrm>
    </dsp:sp>
    <dsp:sp modelId="{9080EE62-C387-438A-B655-4EC880FB4A80}">
      <dsp:nvSpPr>
        <dsp:cNvPr id="0" name=""/>
        <dsp:cNvSpPr/>
      </dsp:nvSpPr>
      <dsp:spPr>
        <a:xfrm>
          <a:off x="3794564" y="2394686"/>
          <a:ext cx="914333" cy="9143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4A59F-1938-4D98-A1F9-D27586F724BC}">
      <dsp:nvSpPr>
        <dsp:cNvPr id="0" name=""/>
        <dsp:cNvSpPr/>
      </dsp:nvSpPr>
      <dsp:spPr>
        <a:xfrm>
          <a:off x="3986574" y="2586696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B1217-F75F-4801-B1D2-78CDE84BBADF}">
      <dsp:nvSpPr>
        <dsp:cNvPr id="0" name=""/>
        <dsp:cNvSpPr/>
      </dsp:nvSpPr>
      <dsp:spPr>
        <a:xfrm>
          <a:off x="4904826" y="2394686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Evaluate learner progression in workplace contexts</a:t>
          </a:r>
        </a:p>
      </dsp:txBody>
      <dsp:txXfrm>
        <a:off x="4904826" y="2394686"/>
        <a:ext cx="2155213" cy="9143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74ABB-28BA-4B31-A02A-790EB1748F13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2C1CE-DC4F-46CB-B45E-2E7AAD881C05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BD286-76AF-44BC-94A6-36CF4FFB5780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KT01: Delivery Models</a:t>
          </a:r>
        </a:p>
      </dsp:txBody>
      <dsp:txXfrm>
        <a:off x="1209819" y="2066"/>
        <a:ext cx="3761783" cy="1047462"/>
      </dsp:txXfrm>
    </dsp:sp>
    <dsp:sp modelId="{C606FEAA-A03D-4E87-9CA9-90916A307D5F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14680-4F8A-4B98-835F-4C6DCBE1C379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E6B44-127F-470D-B335-341B26318884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KT02: Planning and Scheduling Work-Based Learning</a:t>
          </a:r>
        </a:p>
      </dsp:txBody>
      <dsp:txXfrm>
        <a:off x="1209819" y="1311395"/>
        <a:ext cx="3761783" cy="1047462"/>
      </dsp:txXfrm>
    </dsp:sp>
    <dsp:sp modelId="{58B0B1D8-D6CA-40AC-AD60-EF72BF885EB2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81BBE-79BF-4371-A0C9-0487850392D6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D8CE4-D236-4D39-84A5-778CA2C5AB41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KT03: Facilitation of Work-Based Learning</a:t>
          </a:r>
        </a:p>
      </dsp:txBody>
      <dsp:txXfrm>
        <a:off x="1209819" y="2620723"/>
        <a:ext cx="3761783" cy="1047462"/>
      </dsp:txXfrm>
    </dsp:sp>
    <dsp:sp modelId="{DC697946-D340-4A63-A039-3F6980E145FB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18654-C1B7-4617-B547-E28FE99DA2DA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D369A-7364-4C5B-9B21-2B94325181AC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KT04: Evaluation of Learner Progression</a:t>
          </a:r>
        </a:p>
      </dsp:txBody>
      <dsp:txXfrm>
        <a:off x="1209819" y="3930051"/>
        <a:ext cx="3761783" cy="1047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85713-9133-4566-AD70-D78A75CBBF9F}">
      <dsp:nvSpPr>
        <dsp:cNvPr id="0" name=""/>
        <dsp:cNvSpPr/>
      </dsp:nvSpPr>
      <dsp:spPr>
        <a:xfrm>
          <a:off x="994320" y="2297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 practical workplace exposure</a:t>
          </a:r>
        </a:p>
      </dsp:txBody>
      <dsp:txXfrm>
        <a:off x="994320" y="2297"/>
        <a:ext cx="3977282" cy="1190187"/>
      </dsp:txXfrm>
    </dsp:sp>
    <dsp:sp modelId="{46B6C3A3-453D-4DCF-80E0-B731A7282D49}">
      <dsp:nvSpPr>
        <dsp:cNvPr id="0" name=""/>
        <dsp:cNvSpPr/>
      </dsp:nvSpPr>
      <dsp:spPr>
        <a:xfrm>
          <a:off x="0" y="2297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</a:t>
          </a:r>
        </a:p>
      </dsp:txBody>
      <dsp:txXfrm>
        <a:off x="0" y="2297"/>
        <a:ext cx="994320" cy="1190187"/>
      </dsp:txXfrm>
    </dsp:sp>
    <dsp:sp modelId="{6CA34BED-D8CA-49C3-8A82-42D6190AA13F}">
      <dsp:nvSpPr>
        <dsp:cNvPr id="0" name=""/>
        <dsp:cNvSpPr/>
      </dsp:nvSpPr>
      <dsp:spPr>
        <a:xfrm>
          <a:off x="994320" y="12638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graduate employability</a:t>
          </a:r>
        </a:p>
      </dsp:txBody>
      <dsp:txXfrm>
        <a:off x="994320" y="1263896"/>
        <a:ext cx="3977282" cy="1190187"/>
      </dsp:txXfrm>
    </dsp:sp>
    <dsp:sp modelId="{0A3C2B7B-ACC9-4EEB-A713-AEEE23F93805}">
      <dsp:nvSpPr>
        <dsp:cNvPr id="0" name=""/>
        <dsp:cNvSpPr/>
      </dsp:nvSpPr>
      <dsp:spPr>
        <a:xfrm>
          <a:off x="0" y="12638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</a:t>
          </a:r>
        </a:p>
      </dsp:txBody>
      <dsp:txXfrm>
        <a:off x="0" y="1263896"/>
        <a:ext cx="994320" cy="1190187"/>
      </dsp:txXfrm>
    </dsp:sp>
    <dsp:sp modelId="{54713F0F-704B-4D09-AEB8-F2AFE22AC241}">
      <dsp:nvSpPr>
        <dsp:cNvPr id="0" name=""/>
        <dsp:cNvSpPr/>
      </dsp:nvSpPr>
      <dsp:spPr>
        <a:xfrm>
          <a:off x="994320" y="25254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workplace readiness</a:t>
          </a:r>
        </a:p>
      </dsp:txBody>
      <dsp:txXfrm>
        <a:off x="994320" y="2525496"/>
        <a:ext cx="3977282" cy="1190187"/>
      </dsp:txXfrm>
    </dsp:sp>
    <dsp:sp modelId="{1507F803-EAA2-4D5E-AC5E-358335B08170}">
      <dsp:nvSpPr>
        <dsp:cNvPr id="0" name=""/>
        <dsp:cNvSpPr/>
      </dsp:nvSpPr>
      <dsp:spPr>
        <a:xfrm>
          <a:off x="0" y="25254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</a:t>
          </a:r>
        </a:p>
      </dsp:txBody>
      <dsp:txXfrm>
        <a:off x="0" y="2525496"/>
        <a:ext cx="994320" cy="1190187"/>
      </dsp:txXfrm>
    </dsp:sp>
    <dsp:sp modelId="{E9E14A4B-BB4F-461C-A710-DF9AA4240AFE}">
      <dsp:nvSpPr>
        <dsp:cNvPr id="0" name=""/>
        <dsp:cNvSpPr/>
      </dsp:nvSpPr>
      <dsp:spPr>
        <a:xfrm>
          <a:off x="994320" y="3787095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Offer networking and career opportunities</a:t>
          </a:r>
        </a:p>
      </dsp:txBody>
      <dsp:txXfrm>
        <a:off x="994320" y="3787095"/>
        <a:ext cx="3977282" cy="1190187"/>
      </dsp:txXfrm>
    </dsp:sp>
    <dsp:sp modelId="{243987C4-02DE-44CD-B77A-6E27068C3B02}">
      <dsp:nvSpPr>
        <dsp:cNvPr id="0" name=""/>
        <dsp:cNvSpPr/>
      </dsp:nvSpPr>
      <dsp:spPr>
        <a:xfrm>
          <a:off x="0" y="3787095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Offer</a:t>
          </a:r>
        </a:p>
      </dsp:txBody>
      <dsp:txXfrm>
        <a:off x="0" y="3787095"/>
        <a:ext cx="994320" cy="11901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D9AB4-CD57-430D-9509-1482C4AF89BC}">
      <dsp:nvSpPr>
        <dsp:cNvPr id="0" name=""/>
        <dsp:cNvSpPr/>
      </dsp:nvSpPr>
      <dsp:spPr>
        <a:xfrm>
          <a:off x="1590912" y="2492"/>
          <a:ext cx="1789777" cy="11986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Learning through real-world experience</a:t>
          </a:r>
        </a:p>
      </dsp:txBody>
      <dsp:txXfrm>
        <a:off x="1649428" y="61008"/>
        <a:ext cx="1672745" cy="1081665"/>
      </dsp:txXfrm>
    </dsp:sp>
    <dsp:sp modelId="{CD6A7F05-22B7-4BA9-8413-B8F13EF0E882}">
      <dsp:nvSpPr>
        <dsp:cNvPr id="0" name=""/>
        <dsp:cNvSpPr/>
      </dsp:nvSpPr>
      <dsp:spPr>
        <a:xfrm>
          <a:off x="1590912" y="1261125"/>
          <a:ext cx="1789777" cy="119869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Application of theory to practice</a:t>
          </a:r>
        </a:p>
      </dsp:txBody>
      <dsp:txXfrm>
        <a:off x="1649428" y="1319641"/>
        <a:ext cx="1672745" cy="1081665"/>
      </dsp:txXfrm>
    </dsp:sp>
    <dsp:sp modelId="{DD493B14-494C-4967-B443-1D97F148B9F2}">
      <dsp:nvSpPr>
        <dsp:cNvPr id="0" name=""/>
        <dsp:cNvSpPr/>
      </dsp:nvSpPr>
      <dsp:spPr>
        <a:xfrm>
          <a:off x="1590912" y="2519757"/>
          <a:ext cx="1789777" cy="1198697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Includes simulations and practical activities</a:t>
          </a:r>
        </a:p>
      </dsp:txBody>
      <dsp:txXfrm>
        <a:off x="1649428" y="2578273"/>
        <a:ext cx="1672745" cy="1081665"/>
      </dsp:txXfrm>
    </dsp:sp>
    <dsp:sp modelId="{3D81ACF9-397F-46AF-B0DE-8AEA482DA1D3}">
      <dsp:nvSpPr>
        <dsp:cNvPr id="0" name=""/>
        <dsp:cNvSpPr/>
      </dsp:nvSpPr>
      <dsp:spPr>
        <a:xfrm>
          <a:off x="1590912" y="3778390"/>
          <a:ext cx="1789777" cy="119869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Supports reflection and problem-solving</a:t>
          </a:r>
        </a:p>
      </dsp:txBody>
      <dsp:txXfrm>
        <a:off x="1649428" y="3836906"/>
        <a:ext cx="1672745" cy="10816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F6A17F-B4A3-4B11-A9E9-807EF5811E28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E56C7-675D-422B-ABDE-DF9A0482B0BF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4A45D-F8DB-437C-BBDE-23771A9B9CBF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Long-term technical and trade training</a:t>
          </a:r>
        </a:p>
      </dsp:txBody>
      <dsp:txXfrm>
        <a:off x="1209819" y="2066"/>
        <a:ext cx="3761783" cy="1047462"/>
      </dsp:txXfrm>
    </dsp:sp>
    <dsp:sp modelId="{A0B495B0-DE50-40D2-B377-C98954E3C0AC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AC9B79-A308-430D-9079-64EA6013EB34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D2A1C-7A09-4A69-8CC2-DE709A303C42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Guided by experienced mentors</a:t>
          </a:r>
        </a:p>
      </dsp:txBody>
      <dsp:txXfrm>
        <a:off x="1209819" y="1311395"/>
        <a:ext cx="3761783" cy="1047462"/>
      </dsp:txXfrm>
    </dsp:sp>
    <dsp:sp modelId="{0E25CFFC-C599-4238-816F-A8BAE67B5CB0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7A783-9693-4958-938F-51FDE327C1A8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D7F00-DE65-422A-BCCB-0161E15EC665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Leads to artisan qualifications</a:t>
          </a:r>
        </a:p>
      </dsp:txBody>
      <dsp:txXfrm>
        <a:off x="1209819" y="2620723"/>
        <a:ext cx="3761783" cy="1047462"/>
      </dsp:txXfrm>
    </dsp:sp>
    <dsp:sp modelId="{CF1D54B5-1E6C-45FC-A3FB-D4E20CCC0CBE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96925-6659-410B-8B3B-7C8E42CD53AC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01616-CFA9-4FCB-B473-10B4D53D0C44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national artisan development</a:t>
          </a:r>
        </a:p>
      </dsp:txBody>
      <dsp:txXfrm>
        <a:off x="1209819" y="3930051"/>
        <a:ext cx="3761783" cy="10474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1DE09-FDE7-43DE-9CC7-DB00BE8A32D1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DE237-2FD4-419A-9819-7F90E5378BB7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7AAC9-6728-41B9-A42D-C33DA46B3C81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Learners actively participate and complete tasks</a:t>
          </a:r>
        </a:p>
      </dsp:txBody>
      <dsp:txXfrm>
        <a:off x="994536" y="1698"/>
        <a:ext cx="6219063" cy="861070"/>
      </dsp:txXfrm>
    </dsp:sp>
    <dsp:sp modelId="{E98AD8B8-68E7-4187-8820-3DBC6C24D1A8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B1EFC-3115-4339-AAD0-8671ADE15BBD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92194-143F-4898-8825-CB9494934133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Employers provide workplace experience</a:t>
          </a:r>
        </a:p>
      </dsp:txBody>
      <dsp:txXfrm>
        <a:off x="994536" y="1078036"/>
        <a:ext cx="6219063" cy="861070"/>
      </dsp:txXfrm>
    </dsp:sp>
    <dsp:sp modelId="{8C2DF929-7369-414F-A6AD-336BE9185FF2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37DED-A56D-44DE-BDA5-81C019489ECD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DA276-5638-437C-9055-94C6BA1E522E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Training providers deliver theory</a:t>
          </a:r>
        </a:p>
      </dsp:txBody>
      <dsp:txXfrm>
        <a:off x="994536" y="2154374"/>
        <a:ext cx="6219063" cy="861070"/>
      </dsp:txXfrm>
    </dsp:sp>
    <dsp:sp modelId="{B3FF6194-6232-4C01-BBE3-2B364C431E73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2CE1E-9126-4686-B4B1-A556DC12F40F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40057-3DD2-4204-99F6-38E9378FAB74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SETAs and QCTO ensure quality assurance</a:t>
          </a:r>
        </a:p>
      </dsp:txBody>
      <dsp:txXfrm>
        <a:off x="994536" y="3230712"/>
        <a:ext cx="6219063" cy="8610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13FB8-1169-4C39-9997-CB8F09E76B7B}">
      <dsp:nvSpPr>
        <dsp:cNvPr id="0" name=""/>
        <dsp:cNvSpPr/>
      </dsp:nvSpPr>
      <dsp:spPr>
        <a:xfrm>
          <a:off x="0" y="4084335"/>
          <a:ext cx="1242900" cy="8935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170688" rIns="88395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Ensure</a:t>
          </a:r>
        </a:p>
      </dsp:txBody>
      <dsp:txXfrm>
        <a:off x="0" y="4084335"/>
        <a:ext cx="1242900" cy="893552"/>
      </dsp:txXfrm>
    </dsp:sp>
    <dsp:sp modelId="{DE6F06A0-90C9-4A71-8861-91D5CD54616D}">
      <dsp:nvSpPr>
        <dsp:cNvPr id="0" name=""/>
        <dsp:cNvSpPr/>
      </dsp:nvSpPr>
      <dsp:spPr>
        <a:xfrm>
          <a:off x="1242900" y="4084335"/>
          <a:ext cx="3728702" cy="89355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215900" rIns="756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Ensure minimal disruption to operations</a:t>
          </a:r>
        </a:p>
      </dsp:txBody>
      <dsp:txXfrm>
        <a:off x="1242900" y="4084335"/>
        <a:ext cx="3728702" cy="893552"/>
      </dsp:txXfrm>
    </dsp:sp>
    <dsp:sp modelId="{A380F91E-4EF0-49DA-B5BC-ADE521D5A0D9}">
      <dsp:nvSpPr>
        <dsp:cNvPr id="0" name=""/>
        <dsp:cNvSpPr/>
      </dsp:nvSpPr>
      <dsp:spPr>
        <a:xfrm rot="10800000">
          <a:off x="0" y="2723454"/>
          <a:ext cx="1242900" cy="1374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170688" rIns="88395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Manage</a:t>
          </a:r>
        </a:p>
      </dsp:txBody>
      <dsp:txXfrm rot="-10800000">
        <a:off x="0" y="2723454"/>
        <a:ext cx="1242900" cy="893284"/>
      </dsp:txXfrm>
    </dsp:sp>
    <dsp:sp modelId="{3DA82A9E-251E-44BE-9D31-DFFF66117C58}">
      <dsp:nvSpPr>
        <dsp:cNvPr id="0" name=""/>
        <dsp:cNvSpPr/>
      </dsp:nvSpPr>
      <dsp:spPr>
        <a:xfrm>
          <a:off x="1242900" y="2723454"/>
          <a:ext cx="3728702" cy="893284"/>
        </a:xfrm>
        <a:prstGeom prst="rect">
          <a:avLst/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215900" rIns="756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Manage resources and logistics</a:t>
          </a:r>
        </a:p>
      </dsp:txBody>
      <dsp:txXfrm>
        <a:off x="1242900" y="2723454"/>
        <a:ext cx="3728702" cy="893284"/>
      </dsp:txXfrm>
    </dsp:sp>
    <dsp:sp modelId="{A8F465BA-C140-4E80-A77F-2AA32341B7C3}">
      <dsp:nvSpPr>
        <dsp:cNvPr id="0" name=""/>
        <dsp:cNvSpPr/>
      </dsp:nvSpPr>
      <dsp:spPr>
        <a:xfrm rot="10800000">
          <a:off x="0" y="1362573"/>
          <a:ext cx="1242900" cy="1374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170688" rIns="88395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Align</a:t>
          </a:r>
        </a:p>
      </dsp:txBody>
      <dsp:txXfrm rot="-10800000">
        <a:off x="0" y="1362573"/>
        <a:ext cx="1242900" cy="893284"/>
      </dsp:txXfrm>
    </dsp:sp>
    <dsp:sp modelId="{217C4460-1F11-4430-9615-E1DA97C44629}">
      <dsp:nvSpPr>
        <dsp:cNvPr id="0" name=""/>
        <dsp:cNvSpPr/>
      </dsp:nvSpPr>
      <dsp:spPr>
        <a:xfrm>
          <a:off x="1242900" y="1362573"/>
          <a:ext cx="3728702" cy="893284"/>
        </a:xfrm>
        <a:prstGeom prst="rect">
          <a:avLst/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215900" rIns="756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Align learning with production environments</a:t>
          </a:r>
        </a:p>
      </dsp:txBody>
      <dsp:txXfrm>
        <a:off x="1242900" y="1362573"/>
        <a:ext cx="3728702" cy="893284"/>
      </dsp:txXfrm>
    </dsp:sp>
    <dsp:sp modelId="{8F9DFCD2-5ADD-4A48-999D-45B6493670C2}">
      <dsp:nvSpPr>
        <dsp:cNvPr id="0" name=""/>
        <dsp:cNvSpPr/>
      </dsp:nvSpPr>
      <dsp:spPr>
        <a:xfrm rot="10800000">
          <a:off x="0" y="1692"/>
          <a:ext cx="1242900" cy="137428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395" tIns="170688" rIns="88395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Identify</a:t>
          </a:r>
        </a:p>
      </dsp:txBody>
      <dsp:txXfrm rot="-10800000">
        <a:off x="0" y="1692"/>
        <a:ext cx="1242900" cy="893284"/>
      </dsp:txXfrm>
    </dsp:sp>
    <dsp:sp modelId="{4B39B9E4-2445-4706-8700-EDEC7A8D835F}">
      <dsp:nvSpPr>
        <dsp:cNvPr id="0" name=""/>
        <dsp:cNvSpPr/>
      </dsp:nvSpPr>
      <dsp:spPr>
        <a:xfrm>
          <a:off x="1242900" y="1692"/>
          <a:ext cx="3728702" cy="893284"/>
        </a:xfrm>
        <a:prstGeom prst="rect">
          <a:avLst/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636" tIns="215900" rIns="756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workplace learning opportunities</a:t>
          </a:r>
        </a:p>
      </dsp:txBody>
      <dsp:txXfrm>
        <a:off x="1242900" y="1692"/>
        <a:ext cx="3728702" cy="8932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E5992-4A5D-4E7A-A51E-435EC49AB7BD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B821C-1FFD-4977-959F-9EC047E8584B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43418-94C3-4842-BFBF-3C2A4F3F4500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 learning with production cycles</a:t>
          </a:r>
        </a:p>
      </dsp:txBody>
      <dsp:txXfrm>
        <a:off x="1209819" y="2066"/>
        <a:ext cx="3761783" cy="1047462"/>
      </dsp:txXfrm>
    </dsp:sp>
    <dsp:sp modelId="{656E71AF-4B40-4219-99B0-E317A90F2300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4A7E5-DFE8-44F4-9003-CE9BDC61C17F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A267C-453D-4669-8FFC-DCED64C5B350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flexible scheduling approaches</a:t>
          </a:r>
        </a:p>
      </dsp:txBody>
      <dsp:txXfrm>
        <a:off x="1209819" y="1311395"/>
        <a:ext cx="3761783" cy="1047462"/>
      </dsp:txXfrm>
    </dsp:sp>
    <dsp:sp modelId="{4238E861-9033-4D00-A6EE-ACFA3101576A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551AA-A6C1-4B19-9787-44DCBE38D76B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4B1AC-A3ED-4E1C-95CD-218C09F80395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Minimise operational disruptions</a:t>
          </a:r>
        </a:p>
      </dsp:txBody>
      <dsp:txXfrm>
        <a:off x="1209819" y="2620723"/>
        <a:ext cx="3761783" cy="1047462"/>
      </dsp:txXfrm>
    </dsp:sp>
    <dsp:sp modelId="{F32F1FC1-DE82-4117-803B-A9DAB1CCD70C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F0C32-3CBB-4070-B669-3A85B636586F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E761F-2424-4610-BF1D-FBD0176B3AA3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Monitor progress continuously</a:t>
          </a:r>
        </a:p>
      </dsp:txBody>
      <dsp:txXfrm>
        <a:off x="1209819" y="3930051"/>
        <a:ext cx="3761783" cy="10474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38AC50-68C6-414E-AF57-DB8C186C8633}">
      <dsp:nvSpPr>
        <dsp:cNvPr id="0" name=""/>
        <dsp:cNvSpPr/>
      </dsp:nvSpPr>
      <dsp:spPr>
        <a:xfrm>
          <a:off x="778895" y="727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363D0-4D53-4B86-93FD-DFDF9A108C94}">
      <dsp:nvSpPr>
        <dsp:cNvPr id="0" name=""/>
        <dsp:cNvSpPr/>
      </dsp:nvSpPr>
      <dsp:spPr>
        <a:xfrm>
          <a:off x="1027520" y="249352"/>
          <a:ext cx="669375" cy="66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02003-93BF-4F23-9F93-22813CE31FF7}">
      <dsp:nvSpPr>
        <dsp:cNvPr id="0" name=""/>
        <dsp:cNvSpPr/>
      </dsp:nvSpPr>
      <dsp:spPr>
        <a:xfrm>
          <a:off x="405957" y="1530728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Coaching principles and practices</a:t>
          </a:r>
        </a:p>
      </dsp:txBody>
      <dsp:txXfrm>
        <a:off x="405957" y="1530728"/>
        <a:ext cx="1912500" cy="720000"/>
      </dsp:txXfrm>
    </dsp:sp>
    <dsp:sp modelId="{44A8C86A-A028-401C-9787-898CEBA87347}">
      <dsp:nvSpPr>
        <dsp:cNvPr id="0" name=""/>
        <dsp:cNvSpPr/>
      </dsp:nvSpPr>
      <dsp:spPr>
        <a:xfrm>
          <a:off x="3026082" y="727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52D04-4A59-43D1-9609-B98A99161A98}">
      <dsp:nvSpPr>
        <dsp:cNvPr id="0" name=""/>
        <dsp:cNvSpPr/>
      </dsp:nvSpPr>
      <dsp:spPr>
        <a:xfrm>
          <a:off x="3274707" y="249352"/>
          <a:ext cx="669375" cy="66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BEEB2-0FED-4345-8971-67D7E8BDB439}">
      <dsp:nvSpPr>
        <dsp:cNvPr id="0" name=""/>
        <dsp:cNvSpPr/>
      </dsp:nvSpPr>
      <dsp:spPr>
        <a:xfrm>
          <a:off x="2653145" y="1530728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Mentorship principles and practices</a:t>
          </a:r>
        </a:p>
      </dsp:txBody>
      <dsp:txXfrm>
        <a:off x="2653145" y="1530728"/>
        <a:ext cx="1912500" cy="720000"/>
      </dsp:txXfrm>
    </dsp:sp>
    <dsp:sp modelId="{12B8D263-C107-4D73-B615-5EC8789DB393}">
      <dsp:nvSpPr>
        <dsp:cNvPr id="0" name=""/>
        <dsp:cNvSpPr/>
      </dsp:nvSpPr>
      <dsp:spPr>
        <a:xfrm>
          <a:off x="1902489" y="2728852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9A29D-1760-48C1-BBD8-A0430DADAF63}">
      <dsp:nvSpPr>
        <dsp:cNvPr id="0" name=""/>
        <dsp:cNvSpPr/>
      </dsp:nvSpPr>
      <dsp:spPr>
        <a:xfrm>
          <a:off x="2151114" y="2977477"/>
          <a:ext cx="669375" cy="66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D70C1-1592-461B-A310-14B3472D9759}">
      <dsp:nvSpPr>
        <dsp:cNvPr id="0" name=""/>
        <dsp:cNvSpPr/>
      </dsp:nvSpPr>
      <dsp:spPr>
        <a:xfrm>
          <a:off x="1529551" y="4258853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Job instruction principles and practices</a:t>
          </a:r>
        </a:p>
      </dsp:txBody>
      <dsp:txXfrm>
        <a:off x="1529551" y="4258853"/>
        <a:ext cx="19125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06FCB-D7B6-4750-8148-CA72E689FF4B}">
      <dsp:nvSpPr>
        <dsp:cNvPr id="0" name=""/>
        <dsp:cNvSpPr/>
      </dsp:nvSpPr>
      <dsp:spPr>
        <a:xfrm>
          <a:off x="0" y="1610"/>
          <a:ext cx="6347714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4D18F-6EA7-4DB7-B18F-EE289F176FE9}">
      <dsp:nvSpPr>
        <dsp:cNvPr id="0" name=""/>
        <dsp:cNvSpPr/>
      </dsp:nvSpPr>
      <dsp:spPr>
        <a:xfrm>
          <a:off x="246938" y="185284"/>
          <a:ext cx="448979" cy="448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93114-A961-4D4F-8992-A0EDEFC3A4BE}">
      <dsp:nvSpPr>
        <dsp:cNvPr id="0" name=""/>
        <dsp:cNvSpPr/>
      </dsp:nvSpPr>
      <dsp:spPr>
        <a:xfrm>
          <a:off x="942857" y="1610"/>
          <a:ext cx="5404856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 self-directed learning</a:t>
          </a:r>
        </a:p>
      </dsp:txBody>
      <dsp:txXfrm>
        <a:off x="942857" y="1610"/>
        <a:ext cx="5404856" cy="816326"/>
      </dsp:txXfrm>
    </dsp:sp>
    <dsp:sp modelId="{DAE779A5-D4DB-4BEF-92E2-C4B7CD5279AF}">
      <dsp:nvSpPr>
        <dsp:cNvPr id="0" name=""/>
        <dsp:cNvSpPr/>
      </dsp:nvSpPr>
      <dsp:spPr>
        <a:xfrm>
          <a:off x="0" y="1022019"/>
          <a:ext cx="6347714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5DAA6-28E2-406F-AEF5-995218E0ED34}">
      <dsp:nvSpPr>
        <dsp:cNvPr id="0" name=""/>
        <dsp:cNvSpPr/>
      </dsp:nvSpPr>
      <dsp:spPr>
        <a:xfrm>
          <a:off x="246938" y="1205692"/>
          <a:ext cx="448979" cy="448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EC666-0FB2-4B4D-88AA-5BE8102D66A4}">
      <dsp:nvSpPr>
        <dsp:cNvPr id="0" name=""/>
        <dsp:cNvSpPr/>
      </dsp:nvSpPr>
      <dsp:spPr>
        <a:xfrm>
          <a:off x="942857" y="1022019"/>
          <a:ext cx="5404856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Build professional relationships</a:t>
          </a:r>
        </a:p>
      </dsp:txBody>
      <dsp:txXfrm>
        <a:off x="942857" y="1022019"/>
        <a:ext cx="5404856" cy="816326"/>
      </dsp:txXfrm>
    </dsp:sp>
    <dsp:sp modelId="{F69F5EC1-9AFE-4D02-B627-4B9E215C7344}">
      <dsp:nvSpPr>
        <dsp:cNvPr id="0" name=""/>
        <dsp:cNvSpPr/>
      </dsp:nvSpPr>
      <dsp:spPr>
        <a:xfrm>
          <a:off x="0" y="2042427"/>
          <a:ext cx="6347714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101B5-3FC4-46B4-849E-9046D535BA8E}">
      <dsp:nvSpPr>
        <dsp:cNvPr id="0" name=""/>
        <dsp:cNvSpPr/>
      </dsp:nvSpPr>
      <dsp:spPr>
        <a:xfrm>
          <a:off x="246938" y="2226100"/>
          <a:ext cx="448979" cy="448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6815F-CCAF-4C66-9D90-0A2B72BC4B72}">
      <dsp:nvSpPr>
        <dsp:cNvPr id="0" name=""/>
        <dsp:cNvSpPr/>
      </dsp:nvSpPr>
      <dsp:spPr>
        <a:xfrm>
          <a:off x="942857" y="2042427"/>
          <a:ext cx="5404856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 career guidance</a:t>
          </a:r>
        </a:p>
      </dsp:txBody>
      <dsp:txXfrm>
        <a:off x="942857" y="2042427"/>
        <a:ext cx="5404856" cy="816326"/>
      </dsp:txXfrm>
    </dsp:sp>
    <dsp:sp modelId="{ED0651DD-1F0C-4F36-A16A-269C1E78C616}">
      <dsp:nvSpPr>
        <dsp:cNvPr id="0" name=""/>
        <dsp:cNvSpPr/>
      </dsp:nvSpPr>
      <dsp:spPr>
        <a:xfrm>
          <a:off x="0" y="3062835"/>
          <a:ext cx="6347714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C64D3-517A-43C1-AA8C-D59EBAD553E6}">
      <dsp:nvSpPr>
        <dsp:cNvPr id="0" name=""/>
        <dsp:cNvSpPr/>
      </dsp:nvSpPr>
      <dsp:spPr>
        <a:xfrm>
          <a:off x="246938" y="3246509"/>
          <a:ext cx="448979" cy="448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8952-63B6-4214-88AA-55F43749E6CA}">
      <dsp:nvSpPr>
        <dsp:cNvPr id="0" name=""/>
        <dsp:cNvSpPr/>
      </dsp:nvSpPr>
      <dsp:spPr>
        <a:xfrm>
          <a:off x="942857" y="3062835"/>
          <a:ext cx="5404856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Promote workplace integration</a:t>
          </a:r>
        </a:p>
      </dsp:txBody>
      <dsp:txXfrm>
        <a:off x="942857" y="3062835"/>
        <a:ext cx="5404856" cy="81632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D70AE-4F96-4149-89FC-DF4C11964D8B}">
      <dsp:nvSpPr>
        <dsp:cNvPr id="0" name=""/>
        <dsp:cNvSpPr/>
      </dsp:nvSpPr>
      <dsp:spPr>
        <a:xfrm>
          <a:off x="2396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Prepare the learner</a:t>
          </a:r>
        </a:p>
      </dsp:txBody>
      <dsp:txXfrm>
        <a:off x="2396" y="1323674"/>
        <a:ext cx="1901116" cy="1596937"/>
      </dsp:txXfrm>
    </dsp:sp>
    <dsp:sp modelId="{7A669B31-33BC-4972-B93A-677D029500A2}">
      <dsp:nvSpPr>
        <dsp:cNvPr id="0" name=""/>
        <dsp:cNvSpPr/>
      </dsp:nvSpPr>
      <dsp:spPr>
        <a:xfrm>
          <a:off x="553720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670653" y="695370"/>
        <a:ext cx="564602" cy="564602"/>
      </dsp:txXfrm>
    </dsp:sp>
    <dsp:sp modelId="{6BDBDDDF-8693-4BFB-9261-843CF3DBF7B8}">
      <dsp:nvSpPr>
        <dsp:cNvPr id="0" name=""/>
        <dsp:cNvSpPr/>
      </dsp:nvSpPr>
      <dsp:spPr>
        <a:xfrm>
          <a:off x="2396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3887D-A51E-493B-99A6-D983723C8ABF}">
      <dsp:nvSpPr>
        <dsp:cNvPr id="0" name=""/>
        <dsp:cNvSpPr/>
      </dsp:nvSpPr>
      <dsp:spPr>
        <a:xfrm>
          <a:off x="2093624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Demonstrate tasks step-by-step</a:t>
          </a:r>
        </a:p>
      </dsp:txBody>
      <dsp:txXfrm>
        <a:off x="2093624" y="1323674"/>
        <a:ext cx="1901116" cy="1596937"/>
      </dsp:txXfrm>
    </dsp:sp>
    <dsp:sp modelId="{D3EF1C53-4646-4BE3-88F3-A39275D1CB44}">
      <dsp:nvSpPr>
        <dsp:cNvPr id="0" name=""/>
        <dsp:cNvSpPr/>
      </dsp:nvSpPr>
      <dsp:spPr>
        <a:xfrm>
          <a:off x="2644948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761881" y="695370"/>
        <a:ext cx="564602" cy="564602"/>
      </dsp:txXfrm>
    </dsp:sp>
    <dsp:sp modelId="{A69B75EE-FB30-4A69-B89E-B0964DA6B9FE}">
      <dsp:nvSpPr>
        <dsp:cNvPr id="0" name=""/>
        <dsp:cNvSpPr/>
      </dsp:nvSpPr>
      <dsp:spPr>
        <a:xfrm>
          <a:off x="2093624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96031-164D-4C37-8841-479A5D6FF719}">
      <dsp:nvSpPr>
        <dsp:cNvPr id="0" name=""/>
        <dsp:cNvSpPr/>
      </dsp:nvSpPr>
      <dsp:spPr>
        <a:xfrm>
          <a:off x="4184852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Allow supervised practice</a:t>
          </a:r>
        </a:p>
      </dsp:txBody>
      <dsp:txXfrm>
        <a:off x="4184852" y="1323674"/>
        <a:ext cx="1901116" cy="1596937"/>
      </dsp:txXfrm>
    </dsp:sp>
    <dsp:sp modelId="{6393E28A-C647-4B47-B0E3-151E23C94A81}">
      <dsp:nvSpPr>
        <dsp:cNvPr id="0" name=""/>
        <dsp:cNvSpPr/>
      </dsp:nvSpPr>
      <dsp:spPr>
        <a:xfrm>
          <a:off x="4736176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4853109" y="695370"/>
        <a:ext cx="564602" cy="564602"/>
      </dsp:txXfrm>
    </dsp:sp>
    <dsp:sp modelId="{7109AD9E-3A89-4596-A580-C5106B44A42A}">
      <dsp:nvSpPr>
        <dsp:cNvPr id="0" name=""/>
        <dsp:cNvSpPr/>
      </dsp:nvSpPr>
      <dsp:spPr>
        <a:xfrm>
          <a:off x="4184852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9DBAD-750D-4F7E-837D-494DF49E1DFF}">
      <dsp:nvSpPr>
        <dsp:cNvPr id="0" name=""/>
        <dsp:cNvSpPr/>
      </dsp:nvSpPr>
      <dsp:spPr>
        <a:xfrm>
          <a:off x="6276081" y="312280"/>
          <a:ext cx="1901116" cy="26615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218" tIns="330200" rIns="14821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ongoing follow-up and feedback</a:t>
          </a:r>
        </a:p>
      </dsp:txBody>
      <dsp:txXfrm>
        <a:off x="6276081" y="1323674"/>
        <a:ext cx="1901116" cy="1596937"/>
      </dsp:txXfrm>
    </dsp:sp>
    <dsp:sp modelId="{EAE46228-F512-4920-B21E-5256B4AFBD8D}">
      <dsp:nvSpPr>
        <dsp:cNvPr id="0" name=""/>
        <dsp:cNvSpPr/>
      </dsp:nvSpPr>
      <dsp:spPr>
        <a:xfrm>
          <a:off x="6827404" y="578437"/>
          <a:ext cx="798468" cy="798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52" tIns="12700" rIns="62252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6944337" y="695370"/>
        <a:ext cx="564602" cy="564602"/>
      </dsp:txXfrm>
    </dsp:sp>
    <dsp:sp modelId="{F9EC95AE-5B6D-49FE-A3C4-EC8CEE5F735D}">
      <dsp:nvSpPr>
        <dsp:cNvPr id="0" name=""/>
        <dsp:cNvSpPr/>
      </dsp:nvSpPr>
      <dsp:spPr>
        <a:xfrm>
          <a:off x="6276081" y="2973772"/>
          <a:ext cx="190111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E3139-430E-4307-9B3A-9CD6E8C98FD1}">
      <dsp:nvSpPr>
        <dsp:cNvPr id="0" name=""/>
        <dsp:cNvSpPr/>
      </dsp:nvSpPr>
      <dsp:spPr>
        <a:xfrm>
          <a:off x="994320" y="2297"/>
          <a:ext cx="3977282" cy="119018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Align with SAQA, SETA and QCTO requirements</a:t>
          </a:r>
        </a:p>
      </dsp:txBody>
      <dsp:txXfrm>
        <a:off x="994320" y="2297"/>
        <a:ext cx="3977282" cy="1190187"/>
      </dsp:txXfrm>
    </dsp:sp>
    <dsp:sp modelId="{7FA19697-EAD7-4D52-9AF9-072E04277BEA}">
      <dsp:nvSpPr>
        <dsp:cNvPr id="0" name=""/>
        <dsp:cNvSpPr/>
      </dsp:nvSpPr>
      <dsp:spPr>
        <a:xfrm>
          <a:off x="0" y="2297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Align</a:t>
          </a:r>
        </a:p>
      </dsp:txBody>
      <dsp:txXfrm>
        <a:off x="0" y="2297"/>
        <a:ext cx="994320" cy="1190187"/>
      </dsp:txXfrm>
    </dsp:sp>
    <dsp:sp modelId="{27EDAD10-A22E-49CB-9466-0AABC3216C4B}">
      <dsp:nvSpPr>
        <dsp:cNvPr id="0" name=""/>
        <dsp:cNvSpPr/>
      </dsp:nvSpPr>
      <dsp:spPr>
        <a:xfrm>
          <a:off x="994320" y="1263896"/>
          <a:ext cx="3977282" cy="1190187"/>
        </a:xfrm>
        <a:prstGeom prst="rect">
          <a:avLst/>
        </a:prstGeom>
        <a:gradFill rotWithShape="0">
          <a:gsLst>
            <a:gs pos="0">
              <a:schemeClr val="accent5">
                <a:hueOff val="831752"/>
                <a:satOff val="-16830"/>
                <a:lumOff val="523"/>
                <a:alphaOff val="0"/>
                <a:tint val="96000"/>
                <a:lumMod val="100000"/>
              </a:schemeClr>
            </a:gs>
            <a:gs pos="78000">
              <a:schemeClr val="accent5">
                <a:hueOff val="831752"/>
                <a:satOff val="-16830"/>
                <a:lumOff val="523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831752"/>
              <a:satOff val="-16830"/>
              <a:lumOff val="52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Maintain accurate learner records</a:t>
          </a:r>
        </a:p>
      </dsp:txBody>
      <dsp:txXfrm>
        <a:off x="994320" y="1263896"/>
        <a:ext cx="3977282" cy="1190187"/>
      </dsp:txXfrm>
    </dsp:sp>
    <dsp:sp modelId="{A922F679-DB38-4D80-B7E5-5517B4EF3F07}">
      <dsp:nvSpPr>
        <dsp:cNvPr id="0" name=""/>
        <dsp:cNvSpPr/>
      </dsp:nvSpPr>
      <dsp:spPr>
        <a:xfrm>
          <a:off x="0" y="12638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831752"/>
              <a:satOff val="-16830"/>
              <a:lumOff val="5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Maintain</a:t>
          </a:r>
        </a:p>
      </dsp:txBody>
      <dsp:txXfrm>
        <a:off x="0" y="1263896"/>
        <a:ext cx="994320" cy="1190187"/>
      </dsp:txXfrm>
    </dsp:sp>
    <dsp:sp modelId="{B3FC698A-B6E8-4A7F-AD94-9D988CEC7FDB}">
      <dsp:nvSpPr>
        <dsp:cNvPr id="0" name=""/>
        <dsp:cNvSpPr/>
      </dsp:nvSpPr>
      <dsp:spPr>
        <a:xfrm>
          <a:off x="994320" y="2525496"/>
          <a:ext cx="3977282" cy="1190187"/>
        </a:xfrm>
        <a:prstGeom prst="rect">
          <a:avLst/>
        </a:prstGeom>
        <a:gradFill rotWithShape="0">
          <a:gsLst>
            <a:gs pos="0">
              <a:schemeClr val="accent5">
                <a:hueOff val="1663504"/>
                <a:satOff val="-33659"/>
                <a:lumOff val="1046"/>
                <a:alphaOff val="0"/>
                <a:tint val="96000"/>
                <a:lumMod val="100000"/>
              </a:schemeClr>
            </a:gs>
            <a:gs pos="78000">
              <a:schemeClr val="accent5">
                <a:hueOff val="1663504"/>
                <a:satOff val="-33659"/>
                <a:lumOff val="1046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1663504"/>
              <a:satOff val="-33659"/>
              <a:lumOff val="104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Track progress against outcomes</a:t>
          </a:r>
        </a:p>
      </dsp:txBody>
      <dsp:txXfrm>
        <a:off x="994320" y="2525496"/>
        <a:ext cx="3977282" cy="1190187"/>
      </dsp:txXfrm>
    </dsp:sp>
    <dsp:sp modelId="{B2C9BDA6-0787-4F28-AEE6-32B7C0660894}">
      <dsp:nvSpPr>
        <dsp:cNvPr id="0" name=""/>
        <dsp:cNvSpPr/>
      </dsp:nvSpPr>
      <dsp:spPr>
        <a:xfrm>
          <a:off x="0" y="25254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1663504"/>
              <a:satOff val="-33659"/>
              <a:lumOff val="10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Track</a:t>
          </a:r>
        </a:p>
      </dsp:txBody>
      <dsp:txXfrm>
        <a:off x="0" y="2525496"/>
        <a:ext cx="994320" cy="1190187"/>
      </dsp:txXfrm>
    </dsp:sp>
    <dsp:sp modelId="{6E1B3269-A25B-4C32-9714-4854F04EDEB2}">
      <dsp:nvSpPr>
        <dsp:cNvPr id="0" name=""/>
        <dsp:cNvSpPr/>
      </dsp:nvSpPr>
      <dsp:spPr>
        <a:xfrm>
          <a:off x="994320" y="3787095"/>
          <a:ext cx="3977282" cy="1190187"/>
        </a:xfrm>
        <a:prstGeom prst="rect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2495256"/>
              <a:satOff val="-50489"/>
              <a:lumOff val="156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Ensure quality assurance compliance</a:t>
          </a:r>
        </a:p>
      </dsp:txBody>
      <dsp:txXfrm>
        <a:off x="994320" y="3787095"/>
        <a:ext cx="3977282" cy="1190187"/>
      </dsp:txXfrm>
    </dsp:sp>
    <dsp:sp modelId="{C7A22302-E284-4763-A958-3E8B6276FA5E}">
      <dsp:nvSpPr>
        <dsp:cNvPr id="0" name=""/>
        <dsp:cNvSpPr/>
      </dsp:nvSpPr>
      <dsp:spPr>
        <a:xfrm>
          <a:off x="0" y="3787095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2495256"/>
              <a:satOff val="-50489"/>
              <a:lumOff val="15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Ensure</a:t>
          </a:r>
        </a:p>
      </dsp:txBody>
      <dsp:txXfrm>
        <a:off x="0" y="3787095"/>
        <a:ext cx="994320" cy="11901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99074-72FF-4DF2-8EF1-1CCE8B4FB91E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F5458-42D6-4722-B665-7456487A0EE7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66DDF-2AFF-477B-8684-FFDE4A3F8D1F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Continuous assessment activities</a:t>
          </a:r>
        </a:p>
      </dsp:txBody>
      <dsp:txXfrm>
        <a:off x="1209819" y="2066"/>
        <a:ext cx="3761783" cy="1047462"/>
      </dsp:txXfrm>
    </dsp:sp>
    <dsp:sp modelId="{EEFF5374-0AEB-44A0-BB5F-82D745A76DD2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FFA47-2326-46F3-B8F4-2DE8A99EB453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56534A-472B-45D2-8192-4469D6BB43F6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Practical workplace demonstrations</a:t>
          </a:r>
        </a:p>
      </dsp:txBody>
      <dsp:txXfrm>
        <a:off x="1209819" y="1311395"/>
        <a:ext cx="3761783" cy="1047462"/>
      </dsp:txXfrm>
    </dsp:sp>
    <dsp:sp modelId="{53A9A11C-BCDA-4387-ACF1-4F9AF05F2308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75161-166A-438B-A44A-C08F9FCE8F7C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BB3AF-68BB-4C34-9B86-82B473868B7E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Integrated Final Assessment (FISA)</a:t>
          </a:r>
        </a:p>
      </dsp:txBody>
      <dsp:txXfrm>
        <a:off x="1209819" y="2620723"/>
        <a:ext cx="3761783" cy="1047462"/>
      </dsp:txXfrm>
    </dsp:sp>
    <dsp:sp modelId="{9603A9D1-2519-4537-B74B-3F677BCC469F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D9792-9B39-447B-B7D4-733BC6A31B73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88488-90C6-4EBF-8C34-C5A53E905D91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Competency-based evaluation</a:t>
          </a:r>
        </a:p>
      </dsp:txBody>
      <dsp:txXfrm>
        <a:off x="1209819" y="3930051"/>
        <a:ext cx="3761783" cy="1047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4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8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1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0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4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6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76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2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513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36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7158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9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01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8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4000" dirty="0"/>
              <a:t>Work Based Learning and Development Practitioner</a:t>
            </a:r>
          </a:p>
          <a:p>
            <a:r>
              <a:rPr sz="4000" dirty="0"/>
              <a:t>KM-07: Work Based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SAQA ID: SP220322 | NQF Level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E45D5-7DF9-480E-6599-109F19527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449252"/>
            <a:ext cx="2661920" cy="22553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15" y="643467"/>
            <a:ext cx="3152284" cy="1375608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chemeClr val="bg1"/>
                </a:solidFill>
              </a:rPr>
              <a:t>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15" y="2160590"/>
            <a:ext cx="2980457" cy="344011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>
                <a:solidFill>
                  <a:schemeClr val="bg1"/>
                </a:solidFill>
              </a:rPr>
              <a:t>Module Code: 242401001-KM-07</a:t>
            </a:r>
          </a:p>
          <a:p>
            <a:pPr>
              <a:defRPr sz="1800"/>
            </a:pPr>
            <a:r>
              <a:rPr lang="en-GB">
                <a:solidFill>
                  <a:schemeClr val="bg1"/>
                </a:solidFill>
              </a:rPr>
              <a:t>NQF Level: 5</a:t>
            </a:r>
          </a:p>
          <a:p>
            <a:pPr>
              <a:defRPr sz="1800"/>
            </a:pPr>
            <a:r>
              <a:rPr lang="en-GB">
                <a:solidFill>
                  <a:schemeClr val="bg1"/>
                </a:solidFill>
              </a:rPr>
              <a:t>Credits: 6</a:t>
            </a:r>
          </a:p>
          <a:p>
            <a:pPr>
              <a:defRPr sz="1800"/>
            </a:pPr>
            <a:r>
              <a:rPr lang="en-GB">
                <a:solidFill>
                  <a:schemeClr val="bg1"/>
                </a:solidFill>
              </a:rPr>
              <a:t>Notional Hours: 60</a:t>
            </a:r>
          </a:p>
          <a:p>
            <a:pPr>
              <a:defRPr sz="1800"/>
            </a:pPr>
            <a:r>
              <a:rPr lang="en-GB">
                <a:solidFill>
                  <a:schemeClr val="bg1"/>
                </a:solidFill>
              </a:rPr>
              <a:t>Focus: Work-based learning and learner support practices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2AB16-E5CA-A642-4285-AA01A35E7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8074"/>
            <a:ext cx="3857625" cy="3269337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Purpose of the Module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95DE0B-0197-59CF-1ACF-2FFDF0E5C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38897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Knowledge Topics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EB9E79-DE8A-6DA4-20BB-6C6398E60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9501915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2882531" cy="5175624"/>
          </a:xfrm>
        </p:spPr>
        <p:txBody>
          <a:bodyPr anchor="ctr">
            <a:normAutofit/>
          </a:bodyPr>
          <a:lstStyle/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KT01: Delivery Models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063" y="609601"/>
            <a:ext cx="4133472" cy="5175624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3600" dirty="0">
                <a:solidFill>
                  <a:srgbClr val="FFFFFF"/>
                </a:solidFill>
              </a:rPr>
              <a:t>Learnerships</a:t>
            </a:r>
          </a:p>
          <a:p>
            <a:pPr>
              <a:defRPr sz="1800"/>
            </a:pPr>
            <a:r>
              <a:rPr lang="en-GB" sz="3600" dirty="0">
                <a:solidFill>
                  <a:srgbClr val="FFFFFF"/>
                </a:solidFill>
              </a:rPr>
              <a:t>Internships</a:t>
            </a:r>
          </a:p>
          <a:p>
            <a:pPr>
              <a:defRPr sz="1800"/>
            </a:pPr>
            <a:r>
              <a:rPr lang="en-GB" sz="3600" dirty="0">
                <a:solidFill>
                  <a:srgbClr val="FFFFFF"/>
                </a:solidFill>
              </a:rPr>
              <a:t>Experiential Learning</a:t>
            </a:r>
          </a:p>
          <a:p>
            <a:pPr>
              <a:defRPr sz="1800"/>
            </a:pPr>
            <a:r>
              <a:rPr lang="en-GB" sz="3600" dirty="0">
                <a:solidFill>
                  <a:srgbClr val="FFFFFF"/>
                </a:solidFill>
              </a:rPr>
              <a:t>Apprenticeships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t>Learnerships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968012" cy="3880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Combine theory and workplace experience</a:t>
            </a:r>
          </a:p>
          <a:p>
            <a:pPr>
              <a:defRPr sz="1800"/>
            </a:pPr>
            <a:r>
              <a:t>Lead to nationally recognised qualifications</a:t>
            </a:r>
          </a:p>
          <a:p>
            <a:pPr>
              <a:defRPr sz="1800"/>
            </a:pPr>
            <a:r>
              <a:t>Supported through SETAs</a:t>
            </a:r>
          </a:p>
          <a:p>
            <a:pPr>
              <a:defRPr sz="1800"/>
            </a:pPr>
            <a:r>
              <a:t>Address critical skills shortages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15A86-A1DD-C8D0-98A7-AB2A1D7C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4" r="13838" b="-1"/>
          <a:stretch>
            <a:fillRect/>
          </a:stretch>
        </p:blipFill>
        <p:spPr>
          <a:xfrm>
            <a:off x="3643088" y="2159331"/>
            <a:ext cx="3311287" cy="3882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Internships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58BBAE-8694-550F-8ECB-D04D4068C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654586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500"/>
              <a:t>Experiential Learning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7AFAB0-6CB8-8177-FADA-E03885BEE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137460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2700"/>
              <a:t>Apprenticeships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4E0C8D-1E5F-392E-198F-F9D745404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159146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Roles and Responsibilities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98248E-04FC-F071-4EBD-358F0291E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772746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GB" sz="3800"/>
              <a:t>KT02: Planning &amp; Scheduling Work-Based Learning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BA6CD8-4C0A-1E69-6A6F-03EEE707E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83904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Scheduling Principles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F1FC0-B072-7B3D-E0C1-253BDED4F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99953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GB" sz="3800"/>
              <a:t>KT03: Facilitation of Work-Based Learning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E83D84-AD32-6071-EC7A-902C420FE5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02884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multi coloured wooden stick figures">
            <a:extLst>
              <a:ext uri="{FF2B5EF4-FFF2-40B4-BE49-F238E27FC236}">
                <a16:creationId xmlns:a16="http://schemas.microsoft.com/office/drawing/2014/main" id="{6C605EC1-C09F-9736-A364-4040DABC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36" r="27067" b="-1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Coaching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Student-centred support</a:t>
            </a:r>
          </a:p>
          <a:p>
            <a:pPr>
              <a:defRPr sz="1800"/>
            </a:pPr>
            <a:r>
              <a:t>Goal setting and feedback</a:t>
            </a:r>
          </a:p>
          <a:p>
            <a:pPr>
              <a:defRPr sz="1800"/>
            </a:pPr>
            <a:r>
              <a:t>Encourage reflection and growth</a:t>
            </a:r>
          </a:p>
          <a:p>
            <a:pPr>
              <a:defRPr sz="1800"/>
            </a:pPr>
            <a:r>
              <a:t>Develop transferable workplace skills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Mentorship Principles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8A6E9E-CC00-1B2F-4521-4A0E968178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9144000" cy="228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68955" y="-8467"/>
            <a:ext cx="357505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765972"/>
            <a:ext cx="6447501" cy="1320800"/>
          </a:xfrm>
        </p:spPr>
        <p:txBody>
          <a:bodyPr anchor="ctr">
            <a:normAutofit/>
          </a:bodyPr>
          <a:lstStyle/>
          <a:p>
            <a:r>
              <a:rPr lang="en-ZA" sz="3800">
                <a:solidFill>
                  <a:schemeClr val="bg1"/>
                </a:solidFill>
              </a:rPr>
              <a:t>Job Instruction Practices</a:t>
            </a: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BF875E-B85C-D4D3-9E1C-50BF87EF13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849438"/>
              </p:ext>
            </p:extLst>
          </p:nvPr>
        </p:nvGraphicFramePr>
        <p:xfrm>
          <a:off x="482203" y="642938"/>
          <a:ext cx="8179594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B63C0035-44E3-3BFF-0622-81FE0538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02" r="12531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/>
              <a:t>KT04: Evaluation of Learner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Establish evaluation tasks</a:t>
            </a:r>
          </a:p>
          <a:p>
            <a:pPr>
              <a:defRPr sz="1800"/>
            </a:pPr>
            <a:r>
              <a:t>Apply evaluation criteria and standards</a:t>
            </a:r>
          </a:p>
          <a:p>
            <a:pPr>
              <a:defRPr sz="1800"/>
            </a:pPr>
            <a:r>
              <a:t>Collect workplace learning evidence</a:t>
            </a:r>
          </a:p>
          <a:p>
            <a:pPr>
              <a:defRPr sz="1800"/>
            </a:pPr>
            <a:r>
              <a:t>Maintain documentation and reporting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Evaluation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Workplace-based assessments</a:t>
            </a:r>
          </a:p>
          <a:p>
            <a:pPr>
              <a:defRPr sz="1800"/>
            </a:pPr>
            <a:r>
              <a:t>Learning portfolios and logbooks</a:t>
            </a:r>
          </a:p>
          <a:p>
            <a:pPr>
              <a:defRPr sz="1800"/>
            </a:pPr>
            <a:r>
              <a:t>Supervisor observations</a:t>
            </a:r>
          </a:p>
          <a:p>
            <a:pPr>
              <a:defRPr sz="1800"/>
            </a:pPr>
            <a:r>
              <a:t>Practical demonstrations and feedback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1C4A0-82BE-35EF-206B-BEB3709E13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89" r="32724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2800"/>
              <a:t>Work-Based Learning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t>Logbooks and reflective journals</a:t>
            </a:r>
          </a:p>
          <a:p>
            <a:pPr>
              <a:defRPr sz="1800"/>
            </a:pPr>
            <a:r>
              <a:t>Assessment records</a:t>
            </a:r>
          </a:p>
          <a:p>
            <a:pPr>
              <a:defRPr sz="1800"/>
            </a:pPr>
            <a:r>
              <a:t>Supervisor reports</a:t>
            </a:r>
          </a:p>
          <a:p>
            <a:pPr>
              <a:defRPr sz="1800"/>
            </a:pPr>
            <a:r>
              <a:t>Portfolio of Evidence (PoE)</a:t>
            </a:r>
          </a:p>
        </p:txBody>
      </p:sp>
      <p:pic>
        <p:nvPicPr>
          <p:cNvPr id="5" name="Picture 4" descr="Stack of files">
            <a:extLst>
              <a:ext uri="{FF2B5EF4-FFF2-40B4-BE49-F238E27FC236}">
                <a16:creationId xmlns:a16="http://schemas.microsoft.com/office/drawing/2014/main" id="{D13E9829-F4F4-EC1B-3865-0FBB6BFB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44" r="2877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2700"/>
              <a:t>Documentation &amp; Reporting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BA49AC-465B-0996-E88B-8D85A659B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504909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2900"/>
              <a:t>Assessment Requirements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4EF1CA-2D1B-A309-FD52-49AC954FE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964438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sz="2400" dirty="0"/>
              <a:t>Work-based learning bridges theory and practice</a:t>
            </a:r>
          </a:p>
          <a:p>
            <a:pPr>
              <a:defRPr sz="1800"/>
            </a:pPr>
            <a:r>
              <a:rPr sz="2400" dirty="0"/>
              <a:t>Effective planning improves learner success</a:t>
            </a:r>
          </a:p>
          <a:p>
            <a:pPr>
              <a:defRPr sz="1800"/>
            </a:pPr>
            <a:r>
              <a:rPr sz="2400" dirty="0"/>
              <a:t>Coaching and mentorship are essential</a:t>
            </a:r>
          </a:p>
          <a:p>
            <a:pPr>
              <a:defRPr sz="1800"/>
            </a:pPr>
            <a:r>
              <a:rPr sz="2400" dirty="0"/>
              <a:t>Continuous evaluation supports quality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chemeClr val="bg1"/>
                </a:solidFill>
              </a:rPr>
              <a:t>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437</Words>
  <Application>Microsoft Office PowerPoint</Application>
  <PresentationFormat>On-screen Show (4:3)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</vt:lpstr>
      <vt:lpstr>Work Based Learning and Development Practitioner KM-07: Work Based Learning</vt:lpstr>
      <vt:lpstr>Module Overview</vt:lpstr>
      <vt:lpstr>Purpose of the Module</vt:lpstr>
      <vt:lpstr>Knowledge Topics</vt:lpstr>
      <vt:lpstr>KT01: Delivery Models</vt:lpstr>
      <vt:lpstr>Learnerships</vt:lpstr>
      <vt:lpstr>Internships</vt:lpstr>
      <vt:lpstr>Experiential Learning</vt:lpstr>
      <vt:lpstr>Apprenticeships</vt:lpstr>
      <vt:lpstr>Roles and Responsibilities</vt:lpstr>
      <vt:lpstr>KT02: Planning &amp; Scheduling Work-Based Learning</vt:lpstr>
      <vt:lpstr>Scheduling Principles</vt:lpstr>
      <vt:lpstr>KT03: Facilitation of Work-Based Learning</vt:lpstr>
      <vt:lpstr>Coaching Principles</vt:lpstr>
      <vt:lpstr>Mentorship Principles</vt:lpstr>
      <vt:lpstr>Job Instruction Practices</vt:lpstr>
      <vt:lpstr>KT04: Evaluation of Learner Progression</vt:lpstr>
      <vt:lpstr>Evaluation Methods</vt:lpstr>
      <vt:lpstr>Work-Based Learning Evidence</vt:lpstr>
      <vt:lpstr>Documentation &amp; Reporting</vt:lpstr>
      <vt:lpstr>Assessment Requirements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Sanette Wevell</dc:creator>
  <cp:keywords/>
  <dc:description>generated using python-pptx</dc:description>
  <cp:lastModifiedBy>Sanette Wevell</cp:lastModifiedBy>
  <cp:revision>2</cp:revision>
  <dcterms:created xsi:type="dcterms:W3CDTF">2013-01-27T09:14:16Z</dcterms:created>
  <dcterms:modified xsi:type="dcterms:W3CDTF">2026-05-17T19:57:20Z</dcterms:modified>
  <cp:category/>
</cp:coreProperties>
</file>