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E1AE15-A9F1-4CF3-AB3F-900BD5A09179}" v="3" dt="2026-05-19T19:05:09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1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ette Wevell" userId="28e9edab45d8e9e4" providerId="LiveId" clId="{2D6E7E21-4ED8-4D37-935F-2470058FEE42}"/>
    <pc:docChg chg="undo custSel modSld">
      <pc:chgData name="Sanette Wevell" userId="28e9edab45d8e9e4" providerId="LiveId" clId="{2D6E7E21-4ED8-4D37-935F-2470058FEE42}" dt="2026-05-19T19:07:24.944" v="64"/>
      <pc:docMkLst>
        <pc:docMk/>
      </pc:docMkLst>
      <pc:sldChg chg="addSp modSp mod setBg addAnim">
        <pc:chgData name="Sanette Wevell" userId="28e9edab45d8e9e4" providerId="LiveId" clId="{2D6E7E21-4ED8-4D37-935F-2470058FEE42}" dt="2026-05-19T19:02:32.137" v="35"/>
        <pc:sldMkLst>
          <pc:docMk/>
          <pc:sldMk cId="0" sldId="256"/>
        </pc:sldMkLst>
        <pc:spChg chg="mod">
          <ac:chgData name="Sanette Wevell" userId="28e9edab45d8e9e4" providerId="LiveId" clId="{2D6E7E21-4ED8-4D37-935F-2470058FEE42}" dt="2026-05-19T19:02:32.126" v="33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nette Wevell" userId="28e9edab45d8e9e4" providerId="LiveId" clId="{2D6E7E21-4ED8-4D37-935F-2470058FEE42}" dt="2026-05-19T19:02:32.126" v="33" actId="26606"/>
          <ac:spMkLst>
            <pc:docMk/>
            <pc:sldMk cId="0" sldId="256"/>
            <ac:spMk id="3" creationId="{00000000-0000-0000-0000-000000000000}"/>
          </ac:spMkLst>
        </pc:spChg>
        <pc:picChg chg="add">
          <ac:chgData name="Sanette Wevell" userId="28e9edab45d8e9e4" providerId="LiveId" clId="{2D6E7E21-4ED8-4D37-935F-2470058FEE42}" dt="2026-05-19T19:02:32.126" v="33" actId="26606"/>
          <ac:picMkLst>
            <pc:docMk/>
            <pc:sldMk cId="0" sldId="256"/>
            <ac:picMk id="5" creationId="{4F761767-CDDE-9AD8-8C49-81C87A7CADA8}"/>
          </ac:picMkLst>
        </pc:picChg>
      </pc:sldChg>
      <pc:sldChg chg="addSp delSp modSp mod setBg delDesignElem">
        <pc:chgData name="Sanette Wevell" userId="28e9edab45d8e9e4" providerId="LiveId" clId="{2D6E7E21-4ED8-4D37-935F-2470058FEE42}" dt="2026-05-19T19:04:11.838" v="48"/>
        <pc:sldMkLst>
          <pc:docMk/>
          <pc:sldMk cId="0" sldId="257"/>
        </pc:sldMkLst>
        <pc:spChg chg="mod">
          <ac:chgData name="Sanette Wevell" userId="28e9edab45d8e9e4" providerId="LiveId" clId="{2D6E7E21-4ED8-4D37-935F-2470058FEE42}" dt="2026-05-19T19:02:47.162" v="36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anette Wevell" userId="28e9edab45d8e9e4" providerId="LiveId" clId="{2D6E7E21-4ED8-4D37-935F-2470058FEE42}" dt="2026-05-19T19:02:47.162" v="36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Sanette Wevell" userId="28e9edab45d8e9e4" providerId="LiveId" clId="{2D6E7E21-4ED8-4D37-935F-2470058FEE42}" dt="2026-05-19T19:04:11.838" v="48"/>
          <ac:spMkLst>
            <pc:docMk/>
            <pc:sldMk cId="0" sldId="257"/>
            <ac:spMk id="9" creationId="{655AE6B0-AC9E-4167-806F-E9DB135FC46B}"/>
          </ac:spMkLst>
        </pc:spChg>
        <pc:spChg chg="add del">
          <ac:chgData name="Sanette Wevell" userId="28e9edab45d8e9e4" providerId="LiveId" clId="{2D6E7E21-4ED8-4D37-935F-2470058FEE42}" dt="2026-05-19T19:04:11.838" v="48"/>
          <ac:spMkLst>
            <pc:docMk/>
            <pc:sldMk cId="0" sldId="257"/>
            <ac:spMk id="22" creationId="{87BD1F4E-A66D-4C06-86DA-8D56CA7A3B41}"/>
          </ac:spMkLst>
        </pc:spChg>
        <pc:grpChg chg="add del">
          <ac:chgData name="Sanette Wevell" userId="28e9edab45d8e9e4" providerId="LiveId" clId="{2D6E7E21-4ED8-4D37-935F-2470058FEE42}" dt="2026-05-19T19:04:11.838" v="48"/>
          <ac:grpSpMkLst>
            <pc:docMk/>
            <pc:sldMk cId="0" sldId="257"/>
            <ac:grpSpMk id="11" creationId="{3523416A-383B-4FDC-B4C9-D8EDDFE9C043}"/>
          </ac:grpSpMkLst>
        </pc:grpChg>
        <pc:graphicFrameChg chg="add">
          <ac:chgData name="Sanette Wevell" userId="28e9edab45d8e9e4" providerId="LiveId" clId="{2D6E7E21-4ED8-4D37-935F-2470058FEE42}" dt="2026-05-19T19:02:47.162" v="36" actId="26606"/>
          <ac:graphicFrameMkLst>
            <pc:docMk/>
            <pc:sldMk cId="0" sldId="257"/>
            <ac:graphicFrameMk id="5" creationId="{E1BF36DD-71AF-15A9-7EA7-4078CDA5D1EF}"/>
          </ac:graphicFrameMkLst>
        </pc:graphicFrameChg>
      </pc:sldChg>
      <pc:sldChg chg="addSp modSp mod">
        <pc:chgData name="Sanette Wevell" userId="28e9edab45d8e9e4" providerId="LiveId" clId="{2D6E7E21-4ED8-4D37-935F-2470058FEE42}" dt="2026-05-19T19:05:09.311" v="49"/>
        <pc:sldMkLst>
          <pc:docMk/>
          <pc:sldMk cId="0" sldId="258"/>
        </pc:sldMkLst>
        <pc:spChg chg="mod">
          <ac:chgData name="Sanette Wevell" userId="28e9edab45d8e9e4" providerId="LiveId" clId="{2D6E7E21-4ED8-4D37-935F-2470058FEE42}" dt="2026-05-19T19:05:09.311" v="49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nette Wevell" userId="28e9edab45d8e9e4" providerId="LiveId" clId="{2D6E7E21-4ED8-4D37-935F-2470058FEE42}" dt="2026-05-19T19:05:09.311" v="49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Sanette Wevell" userId="28e9edab45d8e9e4" providerId="LiveId" clId="{2D6E7E21-4ED8-4D37-935F-2470058FEE42}" dt="2026-05-19T19:03:16.550" v="41" actId="1076"/>
          <ac:picMkLst>
            <pc:docMk/>
            <pc:sldMk cId="0" sldId="258"/>
            <ac:picMk id="5" creationId="{8592402C-5BCE-F918-B050-480F40540727}"/>
          </ac:picMkLst>
        </pc:picChg>
      </pc:sldChg>
      <pc:sldChg chg="addSp modSp mod">
        <pc:chgData name="Sanette Wevell" userId="28e9edab45d8e9e4" providerId="LiveId" clId="{2D6E7E21-4ED8-4D37-935F-2470058FEE42}" dt="2026-05-19T19:05:09.311" v="49"/>
        <pc:sldMkLst>
          <pc:docMk/>
          <pc:sldMk cId="0" sldId="259"/>
        </pc:sldMkLst>
        <pc:spChg chg="mod">
          <ac:chgData name="Sanette Wevell" userId="28e9edab45d8e9e4" providerId="LiveId" clId="{2D6E7E21-4ED8-4D37-935F-2470058FEE42}" dt="2026-05-19T19:05:09.311" v="49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nette Wevell" userId="28e9edab45d8e9e4" providerId="LiveId" clId="{2D6E7E21-4ED8-4D37-935F-2470058FEE42}" dt="2026-05-19T19:05:09.311" v="49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Sanette Wevell" userId="28e9edab45d8e9e4" providerId="LiveId" clId="{2D6E7E21-4ED8-4D37-935F-2470058FEE42}" dt="2026-05-19T19:03:45.563" v="46" actId="1076"/>
          <ac:picMkLst>
            <pc:docMk/>
            <pc:sldMk cId="0" sldId="259"/>
            <ac:picMk id="5" creationId="{956CC1EB-BB37-0152-FBFA-E6A758B6F189}"/>
          </ac:picMkLst>
        </pc:picChg>
      </pc:sldChg>
      <pc:sldChg chg="addSp delSp modSp mod setBg">
        <pc:chgData name="Sanette Wevell" userId="28e9edab45d8e9e4" providerId="LiveId" clId="{2D6E7E21-4ED8-4D37-935F-2470058FEE42}" dt="2026-05-19T19:05:29.346" v="50" actId="26606"/>
        <pc:sldMkLst>
          <pc:docMk/>
          <pc:sldMk cId="0" sldId="260"/>
        </pc:sldMkLst>
        <pc:spChg chg="mod">
          <ac:chgData name="Sanette Wevell" userId="28e9edab45d8e9e4" providerId="LiveId" clId="{2D6E7E21-4ED8-4D37-935F-2470058FEE42}" dt="2026-05-19T19:05:29.346" v="50" actId="2660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Sanette Wevell" userId="28e9edab45d8e9e4" providerId="LiveId" clId="{2D6E7E21-4ED8-4D37-935F-2470058FEE42}" dt="2026-05-19T19:05:29.346" v="50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Sanette Wevell" userId="28e9edab45d8e9e4" providerId="LiveId" clId="{2D6E7E21-4ED8-4D37-935F-2470058FEE42}" dt="2026-05-19T19:05:29.346" v="50" actId="26606"/>
          <ac:spMkLst>
            <pc:docMk/>
            <pc:sldMk cId="0" sldId="260"/>
            <ac:spMk id="9" creationId="{655AE6B0-AC9E-4167-806F-E9DB135FC46B}"/>
          </ac:spMkLst>
        </pc:spChg>
        <pc:spChg chg="add">
          <ac:chgData name="Sanette Wevell" userId="28e9edab45d8e9e4" providerId="LiveId" clId="{2D6E7E21-4ED8-4D37-935F-2470058FEE42}" dt="2026-05-19T19:05:29.346" v="50" actId="26606"/>
          <ac:spMkLst>
            <pc:docMk/>
            <pc:sldMk cId="0" sldId="260"/>
            <ac:spMk id="22" creationId="{87BD1F4E-A66D-4C06-86DA-8D56CA7A3B41}"/>
          </ac:spMkLst>
        </pc:spChg>
        <pc:grpChg chg="add">
          <ac:chgData name="Sanette Wevell" userId="28e9edab45d8e9e4" providerId="LiveId" clId="{2D6E7E21-4ED8-4D37-935F-2470058FEE42}" dt="2026-05-19T19:05:29.346" v="50" actId="26606"/>
          <ac:grpSpMkLst>
            <pc:docMk/>
            <pc:sldMk cId="0" sldId="260"/>
            <ac:grpSpMk id="11" creationId="{3523416A-383B-4FDC-B4C9-D8EDDFE9C043}"/>
          </ac:grpSpMkLst>
        </pc:grpChg>
        <pc:graphicFrameChg chg="add">
          <ac:chgData name="Sanette Wevell" userId="28e9edab45d8e9e4" providerId="LiveId" clId="{2D6E7E21-4ED8-4D37-935F-2470058FEE42}" dt="2026-05-19T19:05:29.346" v="50" actId="26606"/>
          <ac:graphicFrameMkLst>
            <pc:docMk/>
            <pc:sldMk cId="0" sldId="260"/>
            <ac:graphicFrameMk id="5" creationId="{B873AAA5-1402-F769-028B-1CBB6A25545C}"/>
          </ac:graphicFrameMkLst>
        </pc:graphicFrameChg>
      </pc:sldChg>
      <pc:sldChg chg="addSp delSp modSp mod setBg">
        <pc:chgData name="Sanette Wevell" userId="28e9edab45d8e9e4" providerId="LiveId" clId="{2D6E7E21-4ED8-4D37-935F-2470058FEE42}" dt="2026-05-19T19:05:52.818" v="51" actId="26606"/>
        <pc:sldMkLst>
          <pc:docMk/>
          <pc:sldMk cId="0" sldId="261"/>
        </pc:sldMkLst>
        <pc:spChg chg="mod">
          <ac:chgData name="Sanette Wevell" userId="28e9edab45d8e9e4" providerId="LiveId" clId="{2D6E7E21-4ED8-4D37-935F-2470058FEE42}" dt="2026-05-19T19:05:52.818" v="51" actId="2660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anette Wevell" userId="28e9edab45d8e9e4" providerId="LiveId" clId="{2D6E7E21-4ED8-4D37-935F-2470058FEE42}" dt="2026-05-19T19:05:52.818" v="51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Sanette Wevell" userId="28e9edab45d8e9e4" providerId="LiveId" clId="{2D6E7E21-4ED8-4D37-935F-2470058FEE42}" dt="2026-05-19T19:05:52.818" v="51" actId="26606"/>
          <ac:spMkLst>
            <pc:docMk/>
            <pc:sldMk cId="0" sldId="261"/>
            <ac:spMk id="9" creationId="{9F4444CE-BC8D-4D61-B303-4C05614E62AB}"/>
          </ac:spMkLst>
        </pc:spChg>
        <pc:spChg chg="add">
          <ac:chgData name="Sanette Wevell" userId="28e9edab45d8e9e4" providerId="LiveId" clId="{2D6E7E21-4ED8-4D37-935F-2470058FEE42}" dt="2026-05-19T19:05:52.818" v="51" actId="26606"/>
          <ac:spMkLst>
            <pc:docMk/>
            <pc:sldMk cId="0" sldId="261"/>
            <ac:spMk id="11" creationId="{73772B81-181F-48B7-8826-4D9686D15DF5}"/>
          </ac:spMkLst>
        </pc:spChg>
        <pc:spChg chg="add">
          <ac:chgData name="Sanette Wevell" userId="28e9edab45d8e9e4" providerId="LiveId" clId="{2D6E7E21-4ED8-4D37-935F-2470058FEE42}" dt="2026-05-19T19:05:52.818" v="51" actId="26606"/>
          <ac:spMkLst>
            <pc:docMk/>
            <pc:sldMk cId="0" sldId="261"/>
            <ac:spMk id="13" creationId="{B2205F6E-03C6-4E92-877C-E2482F6599AA}"/>
          </ac:spMkLst>
        </pc:spChg>
        <pc:graphicFrameChg chg="add">
          <ac:chgData name="Sanette Wevell" userId="28e9edab45d8e9e4" providerId="LiveId" clId="{2D6E7E21-4ED8-4D37-935F-2470058FEE42}" dt="2026-05-19T19:05:52.818" v="51" actId="26606"/>
          <ac:graphicFrameMkLst>
            <pc:docMk/>
            <pc:sldMk cId="0" sldId="261"/>
            <ac:graphicFrameMk id="5" creationId="{88CC3A7F-4381-0CA6-4912-BD8D2EA4E7B4}"/>
          </ac:graphicFrameMkLst>
        </pc:graphicFrameChg>
      </pc:sldChg>
      <pc:sldChg chg="addSp delSp modSp mod setBg">
        <pc:chgData name="Sanette Wevell" userId="28e9edab45d8e9e4" providerId="LiveId" clId="{2D6E7E21-4ED8-4D37-935F-2470058FEE42}" dt="2026-05-19T19:06:07.961" v="52" actId="26606"/>
        <pc:sldMkLst>
          <pc:docMk/>
          <pc:sldMk cId="0" sldId="262"/>
        </pc:sldMkLst>
        <pc:spChg chg="mod">
          <ac:chgData name="Sanette Wevell" userId="28e9edab45d8e9e4" providerId="LiveId" clId="{2D6E7E21-4ED8-4D37-935F-2470058FEE42}" dt="2026-05-19T19:06:07.961" v="52" actId="2660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Sanette Wevell" userId="28e9edab45d8e9e4" providerId="LiveId" clId="{2D6E7E21-4ED8-4D37-935F-2470058FEE42}" dt="2026-05-19T19:06:07.961" v="52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Sanette Wevell" userId="28e9edab45d8e9e4" providerId="LiveId" clId="{2D6E7E21-4ED8-4D37-935F-2470058FEE42}" dt="2026-05-19T19:06:07.961" v="52" actId="26606"/>
          <ac:spMkLst>
            <pc:docMk/>
            <pc:sldMk cId="0" sldId="262"/>
            <ac:spMk id="9" creationId="{9F4444CE-BC8D-4D61-B303-4C05614E62AB}"/>
          </ac:spMkLst>
        </pc:spChg>
        <pc:spChg chg="add">
          <ac:chgData name="Sanette Wevell" userId="28e9edab45d8e9e4" providerId="LiveId" clId="{2D6E7E21-4ED8-4D37-935F-2470058FEE42}" dt="2026-05-19T19:06:07.961" v="52" actId="26606"/>
          <ac:spMkLst>
            <pc:docMk/>
            <pc:sldMk cId="0" sldId="262"/>
            <ac:spMk id="11" creationId="{73772B81-181F-48B7-8826-4D9686D15DF5}"/>
          </ac:spMkLst>
        </pc:spChg>
        <pc:spChg chg="add">
          <ac:chgData name="Sanette Wevell" userId="28e9edab45d8e9e4" providerId="LiveId" clId="{2D6E7E21-4ED8-4D37-935F-2470058FEE42}" dt="2026-05-19T19:06:07.961" v="52" actId="26606"/>
          <ac:spMkLst>
            <pc:docMk/>
            <pc:sldMk cId="0" sldId="262"/>
            <ac:spMk id="13" creationId="{B2205F6E-03C6-4E92-877C-E2482F6599AA}"/>
          </ac:spMkLst>
        </pc:spChg>
        <pc:graphicFrameChg chg="add">
          <ac:chgData name="Sanette Wevell" userId="28e9edab45d8e9e4" providerId="LiveId" clId="{2D6E7E21-4ED8-4D37-935F-2470058FEE42}" dt="2026-05-19T19:06:07.961" v="52" actId="26606"/>
          <ac:graphicFrameMkLst>
            <pc:docMk/>
            <pc:sldMk cId="0" sldId="262"/>
            <ac:graphicFrameMk id="5" creationId="{692A16F5-AC32-0C5E-C5DE-74093C30B868}"/>
          </ac:graphicFrameMkLst>
        </pc:graphicFrameChg>
      </pc:sldChg>
      <pc:sldChg chg="addSp delSp modSp mod setBg">
        <pc:chgData name="Sanette Wevell" userId="28e9edab45d8e9e4" providerId="LiveId" clId="{2D6E7E21-4ED8-4D37-935F-2470058FEE42}" dt="2026-05-19T19:06:14.875" v="53" actId="26606"/>
        <pc:sldMkLst>
          <pc:docMk/>
          <pc:sldMk cId="0" sldId="263"/>
        </pc:sldMkLst>
        <pc:spChg chg="mod">
          <ac:chgData name="Sanette Wevell" userId="28e9edab45d8e9e4" providerId="LiveId" clId="{2D6E7E21-4ED8-4D37-935F-2470058FEE42}" dt="2026-05-19T19:06:14.875" v="53" actId="26606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Sanette Wevell" userId="28e9edab45d8e9e4" providerId="LiveId" clId="{2D6E7E21-4ED8-4D37-935F-2470058FEE42}" dt="2026-05-19T19:06:14.875" v="53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Sanette Wevell" userId="28e9edab45d8e9e4" providerId="LiveId" clId="{2D6E7E21-4ED8-4D37-935F-2470058FEE42}" dt="2026-05-19T19:06:14.875" v="53" actId="26606"/>
          <ac:spMkLst>
            <pc:docMk/>
            <pc:sldMk cId="0" sldId="263"/>
            <ac:spMk id="9" creationId="{9F4444CE-BC8D-4D61-B303-4C05614E62AB}"/>
          </ac:spMkLst>
        </pc:spChg>
        <pc:spChg chg="add">
          <ac:chgData name="Sanette Wevell" userId="28e9edab45d8e9e4" providerId="LiveId" clId="{2D6E7E21-4ED8-4D37-935F-2470058FEE42}" dt="2026-05-19T19:06:14.875" v="53" actId="26606"/>
          <ac:spMkLst>
            <pc:docMk/>
            <pc:sldMk cId="0" sldId="263"/>
            <ac:spMk id="11" creationId="{73772B81-181F-48B7-8826-4D9686D15DF5}"/>
          </ac:spMkLst>
        </pc:spChg>
        <pc:spChg chg="add">
          <ac:chgData name="Sanette Wevell" userId="28e9edab45d8e9e4" providerId="LiveId" clId="{2D6E7E21-4ED8-4D37-935F-2470058FEE42}" dt="2026-05-19T19:06:14.875" v="53" actId="26606"/>
          <ac:spMkLst>
            <pc:docMk/>
            <pc:sldMk cId="0" sldId="263"/>
            <ac:spMk id="13" creationId="{B2205F6E-03C6-4E92-877C-E2482F6599AA}"/>
          </ac:spMkLst>
        </pc:spChg>
        <pc:graphicFrameChg chg="add">
          <ac:chgData name="Sanette Wevell" userId="28e9edab45d8e9e4" providerId="LiveId" clId="{2D6E7E21-4ED8-4D37-935F-2470058FEE42}" dt="2026-05-19T19:06:14.875" v="53" actId="26606"/>
          <ac:graphicFrameMkLst>
            <pc:docMk/>
            <pc:sldMk cId="0" sldId="263"/>
            <ac:graphicFrameMk id="5" creationId="{C1C9B9CD-937E-25A7-400A-D592B818DEEA}"/>
          </ac:graphicFrameMkLst>
        </pc:graphicFrameChg>
      </pc:sldChg>
      <pc:sldChg chg="addSp delSp modSp mod setBg">
        <pc:chgData name="Sanette Wevell" userId="28e9edab45d8e9e4" providerId="LiveId" clId="{2D6E7E21-4ED8-4D37-935F-2470058FEE42}" dt="2026-05-19T19:06:28.968" v="54" actId="26606"/>
        <pc:sldMkLst>
          <pc:docMk/>
          <pc:sldMk cId="0" sldId="264"/>
        </pc:sldMkLst>
        <pc:spChg chg="mod">
          <ac:chgData name="Sanette Wevell" userId="28e9edab45d8e9e4" providerId="LiveId" clId="{2D6E7E21-4ED8-4D37-935F-2470058FEE42}" dt="2026-05-19T19:06:28.968" v="54" actId="26606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Sanette Wevell" userId="28e9edab45d8e9e4" providerId="LiveId" clId="{2D6E7E21-4ED8-4D37-935F-2470058FEE42}" dt="2026-05-19T19:06:28.968" v="54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Sanette Wevell" userId="28e9edab45d8e9e4" providerId="LiveId" clId="{2D6E7E21-4ED8-4D37-935F-2470058FEE42}" dt="2026-05-19T19:06:28.968" v="54" actId="26606"/>
          <ac:spMkLst>
            <pc:docMk/>
            <pc:sldMk cId="0" sldId="264"/>
            <ac:spMk id="9" creationId="{655AE6B0-AC9E-4167-806F-E9DB135FC46B}"/>
          </ac:spMkLst>
        </pc:spChg>
        <pc:spChg chg="add">
          <ac:chgData name="Sanette Wevell" userId="28e9edab45d8e9e4" providerId="LiveId" clId="{2D6E7E21-4ED8-4D37-935F-2470058FEE42}" dt="2026-05-19T19:06:28.968" v="54" actId="26606"/>
          <ac:spMkLst>
            <pc:docMk/>
            <pc:sldMk cId="0" sldId="264"/>
            <ac:spMk id="22" creationId="{87BD1F4E-A66D-4C06-86DA-8D56CA7A3B41}"/>
          </ac:spMkLst>
        </pc:spChg>
        <pc:grpChg chg="add">
          <ac:chgData name="Sanette Wevell" userId="28e9edab45d8e9e4" providerId="LiveId" clId="{2D6E7E21-4ED8-4D37-935F-2470058FEE42}" dt="2026-05-19T19:06:28.968" v="54" actId="26606"/>
          <ac:grpSpMkLst>
            <pc:docMk/>
            <pc:sldMk cId="0" sldId="264"/>
            <ac:grpSpMk id="11" creationId="{3523416A-383B-4FDC-B4C9-D8EDDFE9C043}"/>
          </ac:grpSpMkLst>
        </pc:grpChg>
        <pc:graphicFrameChg chg="add">
          <ac:chgData name="Sanette Wevell" userId="28e9edab45d8e9e4" providerId="LiveId" clId="{2D6E7E21-4ED8-4D37-935F-2470058FEE42}" dt="2026-05-19T19:06:28.968" v="54" actId="26606"/>
          <ac:graphicFrameMkLst>
            <pc:docMk/>
            <pc:sldMk cId="0" sldId="264"/>
            <ac:graphicFrameMk id="5" creationId="{4AE06245-353E-D44B-0285-E91B9E31C30B}"/>
          </ac:graphicFrameMkLst>
        </pc:graphicFrameChg>
      </pc:sldChg>
      <pc:sldChg chg="addSp delSp modSp mod setBg">
        <pc:chgData name="Sanette Wevell" userId="28e9edab45d8e9e4" providerId="LiveId" clId="{2D6E7E21-4ED8-4D37-935F-2470058FEE42}" dt="2026-05-19T19:06:47.597" v="57" actId="26606"/>
        <pc:sldMkLst>
          <pc:docMk/>
          <pc:sldMk cId="0" sldId="265"/>
        </pc:sldMkLst>
        <pc:spChg chg="mod">
          <ac:chgData name="Sanette Wevell" userId="28e9edab45d8e9e4" providerId="LiveId" clId="{2D6E7E21-4ED8-4D37-935F-2470058FEE42}" dt="2026-05-19T19:06:47.597" v="57" actId="26606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Sanette Wevell" userId="28e9edab45d8e9e4" providerId="LiveId" clId="{2D6E7E21-4ED8-4D37-935F-2470058FEE42}" dt="2026-05-19T19:06:47.597" v="57" actId="26606"/>
          <ac:spMkLst>
            <pc:docMk/>
            <pc:sldMk cId="0" sldId="265"/>
            <ac:spMk id="3" creationId="{00000000-0000-0000-0000-000000000000}"/>
          </ac:spMkLst>
        </pc:spChg>
        <pc:spChg chg="add del">
          <ac:chgData name="Sanette Wevell" userId="28e9edab45d8e9e4" providerId="LiveId" clId="{2D6E7E21-4ED8-4D37-935F-2470058FEE42}" dt="2026-05-19T19:06:47.581" v="56" actId="26606"/>
          <ac:spMkLst>
            <pc:docMk/>
            <pc:sldMk cId="0" sldId="265"/>
            <ac:spMk id="9" creationId="{655AE6B0-AC9E-4167-806F-E9DB135FC46B}"/>
          </ac:spMkLst>
        </pc:spChg>
        <pc:spChg chg="add del">
          <ac:chgData name="Sanette Wevell" userId="28e9edab45d8e9e4" providerId="LiveId" clId="{2D6E7E21-4ED8-4D37-935F-2470058FEE42}" dt="2026-05-19T19:06:47.581" v="56" actId="26606"/>
          <ac:spMkLst>
            <pc:docMk/>
            <pc:sldMk cId="0" sldId="265"/>
            <ac:spMk id="22" creationId="{87BD1F4E-A66D-4C06-86DA-8D56CA7A3B41}"/>
          </ac:spMkLst>
        </pc:spChg>
        <pc:spChg chg="add">
          <ac:chgData name="Sanette Wevell" userId="28e9edab45d8e9e4" providerId="LiveId" clId="{2D6E7E21-4ED8-4D37-935F-2470058FEE42}" dt="2026-05-19T19:06:47.597" v="57" actId="26606"/>
          <ac:spMkLst>
            <pc:docMk/>
            <pc:sldMk cId="0" sldId="265"/>
            <ac:spMk id="24" creationId="{655AE6B0-AC9E-4167-806F-E9DB135FC46B}"/>
          </ac:spMkLst>
        </pc:spChg>
        <pc:spChg chg="add">
          <ac:chgData name="Sanette Wevell" userId="28e9edab45d8e9e4" providerId="LiveId" clId="{2D6E7E21-4ED8-4D37-935F-2470058FEE42}" dt="2026-05-19T19:06:47.597" v="57" actId="26606"/>
          <ac:spMkLst>
            <pc:docMk/>
            <pc:sldMk cId="0" sldId="265"/>
            <ac:spMk id="33" creationId="{87BD1F4E-A66D-4C06-86DA-8D56CA7A3B41}"/>
          </ac:spMkLst>
        </pc:spChg>
        <pc:grpChg chg="add del">
          <ac:chgData name="Sanette Wevell" userId="28e9edab45d8e9e4" providerId="LiveId" clId="{2D6E7E21-4ED8-4D37-935F-2470058FEE42}" dt="2026-05-19T19:06:47.581" v="56" actId="26606"/>
          <ac:grpSpMkLst>
            <pc:docMk/>
            <pc:sldMk cId="0" sldId="265"/>
            <ac:grpSpMk id="11" creationId="{3523416A-383B-4FDC-B4C9-D8EDDFE9C043}"/>
          </ac:grpSpMkLst>
        </pc:grpChg>
        <pc:grpChg chg="add">
          <ac:chgData name="Sanette Wevell" userId="28e9edab45d8e9e4" providerId="LiveId" clId="{2D6E7E21-4ED8-4D37-935F-2470058FEE42}" dt="2026-05-19T19:06:47.597" v="57" actId="26606"/>
          <ac:grpSpMkLst>
            <pc:docMk/>
            <pc:sldMk cId="0" sldId="265"/>
            <ac:grpSpMk id="25" creationId="{3523416A-383B-4FDC-B4C9-D8EDDFE9C043}"/>
          </ac:grpSpMkLst>
        </pc:grpChg>
        <pc:graphicFrameChg chg="add del">
          <ac:chgData name="Sanette Wevell" userId="28e9edab45d8e9e4" providerId="LiveId" clId="{2D6E7E21-4ED8-4D37-935F-2470058FEE42}" dt="2026-05-19T19:06:47.581" v="56" actId="26606"/>
          <ac:graphicFrameMkLst>
            <pc:docMk/>
            <pc:sldMk cId="0" sldId="265"/>
            <ac:graphicFrameMk id="5" creationId="{82D2F1FC-8EB0-A151-FD9D-4D30BA96FC3C}"/>
          </ac:graphicFrameMkLst>
        </pc:graphicFrameChg>
        <pc:graphicFrameChg chg="add">
          <ac:chgData name="Sanette Wevell" userId="28e9edab45d8e9e4" providerId="LiveId" clId="{2D6E7E21-4ED8-4D37-935F-2470058FEE42}" dt="2026-05-19T19:06:47.597" v="57" actId="26606"/>
          <ac:graphicFrameMkLst>
            <pc:docMk/>
            <pc:sldMk cId="0" sldId="265"/>
            <ac:graphicFrameMk id="34" creationId="{B5EBA935-E785-19E5-C8A4-F77F4DB32D6E}"/>
          </ac:graphicFrameMkLst>
        </pc:graphicFrameChg>
      </pc:sldChg>
      <pc:sldChg chg="addSp modSp mod setBg">
        <pc:chgData name="Sanette Wevell" userId="28e9edab45d8e9e4" providerId="LiveId" clId="{2D6E7E21-4ED8-4D37-935F-2470058FEE42}" dt="2026-05-19T19:06:54.878" v="58" actId="26606"/>
        <pc:sldMkLst>
          <pc:docMk/>
          <pc:sldMk cId="0" sldId="266"/>
        </pc:sldMkLst>
        <pc:spChg chg="mod">
          <ac:chgData name="Sanette Wevell" userId="28e9edab45d8e9e4" providerId="LiveId" clId="{2D6E7E21-4ED8-4D37-935F-2470058FEE42}" dt="2026-05-19T19:06:54.878" v="58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nette Wevell" userId="28e9edab45d8e9e4" providerId="LiveId" clId="{2D6E7E21-4ED8-4D37-935F-2470058FEE42}" dt="2026-05-19T19:06:54.878" v="58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Sanette Wevell" userId="28e9edab45d8e9e4" providerId="LiveId" clId="{2D6E7E21-4ED8-4D37-935F-2470058FEE42}" dt="2026-05-19T19:06:54.878" v="58" actId="26606"/>
          <ac:spMkLst>
            <pc:docMk/>
            <pc:sldMk cId="0" sldId="266"/>
            <ac:spMk id="13" creationId="{3F088236-D655-4F88-B238-E16762358025}"/>
          </ac:spMkLst>
        </pc:spChg>
        <pc:spChg chg="add">
          <ac:chgData name="Sanette Wevell" userId="28e9edab45d8e9e4" providerId="LiveId" clId="{2D6E7E21-4ED8-4D37-935F-2470058FEE42}" dt="2026-05-19T19:06:54.878" v="58" actId="26606"/>
          <ac:spMkLst>
            <pc:docMk/>
            <pc:sldMk cId="0" sldId="266"/>
            <ac:spMk id="15" creationId="{3DAC0C92-199E-475C-9390-119A9B027276}"/>
          </ac:spMkLst>
        </pc:spChg>
        <pc:spChg chg="add">
          <ac:chgData name="Sanette Wevell" userId="28e9edab45d8e9e4" providerId="LiveId" clId="{2D6E7E21-4ED8-4D37-935F-2470058FEE42}" dt="2026-05-19T19:06:54.878" v="58" actId="26606"/>
          <ac:spMkLst>
            <pc:docMk/>
            <pc:sldMk cId="0" sldId="266"/>
            <ac:spMk id="17" creationId="{C4CFB339-0ED8-4FE2-9EF1-6D1375B8499B}"/>
          </ac:spMkLst>
        </pc:spChg>
        <pc:spChg chg="add">
          <ac:chgData name="Sanette Wevell" userId="28e9edab45d8e9e4" providerId="LiveId" clId="{2D6E7E21-4ED8-4D37-935F-2470058FEE42}" dt="2026-05-19T19:06:54.878" v="58" actId="26606"/>
          <ac:spMkLst>
            <pc:docMk/>
            <pc:sldMk cId="0" sldId="266"/>
            <ac:spMk id="19" creationId="{31896C80-2069-4431-9C19-83B913734490}"/>
          </ac:spMkLst>
        </pc:spChg>
        <pc:spChg chg="add">
          <ac:chgData name="Sanette Wevell" userId="28e9edab45d8e9e4" providerId="LiveId" clId="{2D6E7E21-4ED8-4D37-935F-2470058FEE42}" dt="2026-05-19T19:06:54.878" v="58" actId="26606"/>
          <ac:spMkLst>
            <pc:docMk/>
            <pc:sldMk cId="0" sldId="266"/>
            <ac:spMk id="21" creationId="{BF120A21-0841-4823-B0C4-28AEBCEF9B78}"/>
          </ac:spMkLst>
        </pc:spChg>
        <pc:spChg chg="add">
          <ac:chgData name="Sanette Wevell" userId="28e9edab45d8e9e4" providerId="LiveId" clId="{2D6E7E21-4ED8-4D37-935F-2470058FEE42}" dt="2026-05-19T19:06:54.878" v="58" actId="26606"/>
          <ac:spMkLst>
            <pc:docMk/>
            <pc:sldMk cId="0" sldId="266"/>
            <ac:spMk id="23" creationId="{DBB05BAE-BBD3-4289-899F-A6851503C6B0}"/>
          </ac:spMkLst>
        </pc:spChg>
        <pc:spChg chg="add">
          <ac:chgData name="Sanette Wevell" userId="28e9edab45d8e9e4" providerId="LiveId" clId="{2D6E7E21-4ED8-4D37-935F-2470058FEE42}" dt="2026-05-19T19:06:54.878" v="58" actId="26606"/>
          <ac:spMkLst>
            <pc:docMk/>
            <pc:sldMk cId="0" sldId="266"/>
            <ac:spMk id="25" creationId="{9874D11C-36F5-4BBE-A490-019A54E953B0}"/>
          </ac:spMkLst>
        </pc:spChg>
        <pc:picChg chg="add">
          <ac:chgData name="Sanette Wevell" userId="28e9edab45d8e9e4" providerId="LiveId" clId="{2D6E7E21-4ED8-4D37-935F-2470058FEE42}" dt="2026-05-19T19:06:54.878" v="58" actId="26606"/>
          <ac:picMkLst>
            <pc:docMk/>
            <pc:sldMk cId="0" sldId="266"/>
            <ac:picMk id="5" creationId="{8B62EBBC-D768-33AF-1B92-0C8723B6221B}"/>
          </ac:picMkLst>
        </pc:picChg>
      </pc:sldChg>
      <pc:sldChg chg="addSp modSp mod setBg">
        <pc:chgData name="Sanette Wevell" userId="28e9edab45d8e9e4" providerId="LiveId" clId="{2D6E7E21-4ED8-4D37-935F-2470058FEE42}" dt="2026-05-19T19:07:02.041" v="59" actId="26606"/>
        <pc:sldMkLst>
          <pc:docMk/>
          <pc:sldMk cId="0" sldId="267"/>
        </pc:sldMkLst>
        <pc:spChg chg="mod">
          <ac:chgData name="Sanette Wevell" userId="28e9edab45d8e9e4" providerId="LiveId" clId="{2D6E7E21-4ED8-4D37-935F-2470058FEE42}" dt="2026-05-19T19:07:02.041" v="59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nette Wevell" userId="28e9edab45d8e9e4" providerId="LiveId" clId="{2D6E7E21-4ED8-4D37-935F-2470058FEE42}" dt="2026-05-19T19:07:02.041" v="59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Sanette Wevell" userId="28e9edab45d8e9e4" providerId="LiveId" clId="{2D6E7E21-4ED8-4D37-935F-2470058FEE42}" dt="2026-05-19T19:07:02.041" v="59" actId="26606"/>
          <ac:spMkLst>
            <pc:docMk/>
            <pc:sldMk cId="0" sldId="267"/>
            <ac:spMk id="13" creationId="{3F088236-D655-4F88-B238-E16762358025}"/>
          </ac:spMkLst>
        </pc:spChg>
        <pc:spChg chg="add">
          <ac:chgData name="Sanette Wevell" userId="28e9edab45d8e9e4" providerId="LiveId" clId="{2D6E7E21-4ED8-4D37-935F-2470058FEE42}" dt="2026-05-19T19:07:02.041" v="59" actId="26606"/>
          <ac:spMkLst>
            <pc:docMk/>
            <pc:sldMk cId="0" sldId="267"/>
            <ac:spMk id="15" creationId="{3DAC0C92-199E-475C-9390-119A9B027276}"/>
          </ac:spMkLst>
        </pc:spChg>
        <pc:spChg chg="add">
          <ac:chgData name="Sanette Wevell" userId="28e9edab45d8e9e4" providerId="LiveId" clId="{2D6E7E21-4ED8-4D37-935F-2470058FEE42}" dt="2026-05-19T19:07:02.041" v="59" actId="26606"/>
          <ac:spMkLst>
            <pc:docMk/>
            <pc:sldMk cId="0" sldId="267"/>
            <ac:spMk id="17" creationId="{C4CFB339-0ED8-4FE2-9EF1-6D1375B8499B}"/>
          </ac:spMkLst>
        </pc:spChg>
        <pc:spChg chg="add">
          <ac:chgData name="Sanette Wevell" userId="28e9edab45d8e9e4" providerId="LiveId" clId="{2D6E7E21-4ED8-4D37-935F-2470058FEE42}" dt="2026-05-19T19:07:02.041" v="59" actId="26606"/>
          <ac:spMkLst>
            <pc:docMk/>
            <pc:sldMk cId="0" sldId="267"/>
            <ac:spMk id="19" creationId="{31896C80-2069-4431-9C19-83B913734490}"/>
          </ac:spMkLst>
        </pc:spChg>
        <pc:spChg chg="add">
          <ac:chgData name="Sanette Wevell" userId="28e9edab45d8e9e4" providerId="LiveId" clId="{2D6E7E21-4ED8-4D37-935F-2470058FEE42}" dt="2026-05-19T19:07:02.041" v="59" actId="26606"/>
          <ac:spMkLst>
            <pc:docMk/>
            <pc:sldMk cId="0" sldId="267"/>
            <ac:spMk id="21" creationId="{BF120A21-0841-4823-B0C4-28AEBCEF9B78}"/>
          </ac:spMkLst>
        </pc:spChg>
        <pc:spChg chg="add">
          <ac:chgData name="Sanette Wevell" userId="28e9edab45d8e9e4" providerId="LiveId" clId="{2D6E7E21-4ED8-4D37-935F-2470058FEE42}" dt="2026-05-19T19:07:02.041" v="59" actId="26606"/>
          <ac:spMkLst>
            <pc:docMk/>
            <pc:sldMk cId="0" sldId="267"/>
            <ac:spMk id="23" creationId="{DBB05BAE-BBD3-4289-899F-A6851503C6B0}"/>
          </ac:spMkLst>
        </pc:spChg>
        <pc:spChg chg="add">
          <ac:chgData name="Sanette Wevell" userId="28e9edab45d8e9e4" providerId="LiveId" clId="{2D6E7E21-4ED8-4D37-935F-2470058FEE42}" dt="2026-05-19T19:07:02.041" v="59" actId="26606"/>
          <ac:spMkLst>
            <pc:docMk/>
            <pc:sldMk cId="0" sldId="267"/>
            <ac:spMk id="25" creationId="{9874D11C-36F5-4BBE-A490-019A54E953B0}"/>
          </ac:spMkLst>
        </pc:spChg>
        <pc:picChg chg="add">
          <ac:chgData name="Sanette Wevell" userId="28e9edab45d8e9e4" providerId="LiveId" clId="{2D6E7E21-4ED8-4D37-935F-2470058FEE42}" dt="2026-05-19T19:07:02.041" v="59" actId="26606"/>
          <ac:picMkLst>
            <pc:docMk/>
            <pc:sldMk cId="0" sldId="267"/>
            <ac:picMk id="5" creationId="{54F9456F-43C6-0A75-3962-4ED9219A2E35}"/>
          </ac:picMkLst>
        </pc:picChg>
      </pc:sldChg>
      <pc:sldChg chg="addSp delSp modSp mod setBg">
        <pc:chgData name="Sanette Wevell" userId="28e9edab45d8e9e4" providerId="LiveId" clId="{2D6E7E21-4ED8-4D37-935F-2470058FEE42}" dt="2026-05-19T19:07:14.360" v="60" actId="26606"/>
        <pc:sldMkLst>
          <pc:docMk/>
          <pc:sldMk cId="0" sldId="268"/>
        </pc:sldMkLst>
        <pc:spChg chg="mod">
          <ac:chgData name="Sanette Wevell" userId="28e9edab45d8e9e4" providerId="LiveId" clId="{2D6E7E21-4ED8-4D37-935F-2470058FEE42}" dt="2026-05-19T19:07:14.360" v="60" actId="2660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Sanette Wevell" userId="28e9edab45d8e9e4" providerId="LiveId" clId="{2D6E7E21-4ED8-4D37-935F-2470058FEE42}" dt="2026-05-19T19:07:14.360" v="60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Sanette Wevell" userId="28e9edab45d8e9e4" providerId="LiveId" clId="{2D6E7E21-4ED8-4D37-935F-2470058FEE42}" dt="2026-05-19T19:07:14.360" v="60" actId="26606"/>
          <ac:spMkLst>
            <pc:docMk/>
            <pc:sldMk cId="0" sldId="268"/>
            <ac:spMk id="9" creationId="{BD11ECC6-8551-4768-8DFD-CD41AF420A37}"/>
          </ac:spMkLst>
        </pc:spChg>
        <pc:spChg chg="add">
          <ac:chgData name="Sanette Wevell" userId="28e9edab45d8e9e4" providerId="LiveId" clId="{2D6E7E21-4ED8-4D37-935F-2470058FEE42}" dt="2026-05-19T19:07:14.360" v="60" actId="26606"/>
          <ac:spMkLst>
            <pc:docMk/>
            <pc:sldMk cId="0" sldId="268"/>
            <ac:spMk id="22" creationId="{8E2EB503-A017-4457-A105-53638C97DEB8}"/>
          </ac:spMkLst>
        </pc:spChg>
        <pc:grpChg chg="add">
          <ac:chgData name="Sanette Wevell" userId="28e9edab45d8e9e4" providerId="LiveId" clId="{2D6E7E21-4ED8-4D37-935F-2470058FEE42}" dt="2026-05-19T19:07:14.360" v="60" actId="26606"/>
          <ac:grpSpMkLst>
            <pc:docMk/>
            <pc:sldMk cId="0" sldId="268"/>
            <ac:grpSpMk id="11" creationId="{93657592-CA60-4F45-B1A0-88AA77242087}"/>
          </ac:grpSpMkLst>
        </pc:grpChg>
        <pc:graphicFrameChg chg="add">
          <ac:chgData name="Sanette Wevell" userId="28e9edab45d8e9e4" providerId="LiveId" clId="{2D6E7E21-4ED8-4D37-935F-2470058FEE42}" dt="2026-05-19T19:07:14.360" v="60" actId="26606"/>
          <ac:graphicFrameMkLst>
            <pc:docMk/>
            <pc:sldMk cId="0" sldId="268"/>
            <ac:graphicFrameMk id="5" creationId="{2183F0F9-8D73-EB94-3F02-0453545AF672}"/>
          </ac:graphicFrameMkLst>
        </pc:graphicFrameChg>
      </pc:sldChg>
      <pc:sldChg chg="addSp modSp mod setBg addAnim">
        <pc:chgData name="Sanette Wevell" userId="28e9edab45d8e9e4" providerId="LiveId" clId="{2D6E7E21-4ED8-4D37-935F-2470058FEE42}" dt="2026-05-19T19:07:24.944" v="64"/>
        <pc:sldMkLst>
          <pc:docMk/>
          <pc:sldMk cId="0" sldId="269"/>
        </pc:sldMkLst>
        <pc:spChg chg="mod">
          <ac:chgData name="Sanette Wevell" userId="28e9edab45d8e9e4" providerId="LiveId" clId="{2D6E7E21-4ED8-4D37-935F-2470058FEE42}" dt="2026-05-19T19:07:24.942" v="61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nette Wevell" userId="28e9edab45d8e9e4" providerId="LiveId" clId="{2D6E7E21-4ED8-4D37-935F-2470058FEE42}" dt="2026-05-19T19:07:24.942" v="61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Sanette Wevell" userId="28e9edab45d8e9e4" providerId="LiveId" clId="{2D6E7E21-4ED8-4D37-935F-2470058FEE42}" dt="2026-05-19T19:07:24.942" v="61" actId="26606"/>
          <ac:spMkLst>
            <pc:docMk/>
            <pc:sldMk cId="0" sldId="269"/>
            <ac:spMk id="10" creationId="{5A7802B6-FF37-40CF-A7E2-6F2A0D9A91EF}"/>
          </ac:spMkLst>
        </pc:spChg>
        <pc:picChg chg="add">
          <ac:chgData name="Sanette Wevell" userId="28e9edab45d8e9e4" providerId="LiveId" clId="{2D6E7E21-4ED8-4D37-935F-2470058FEE42}" dt="2026-05-19T19:07:24.942" v="61" actId="26606"/>
          <ac:picMkLst>
            <pc:docMk/>
            <pc:sldMk cId="0" sldId="269"/>
            <ac:picMk id="7" creationId="{7EEB522F-5C1A-1F13-55C3-5F2AE4FC7E6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612460-47BC-4AE3-9560-A43B0AE2A3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33B8E43-848B-4709-84EA-7D05255074DE}">
      <dgm:prSet/>
      <dgm:spPr/>
      <dgm:t>
        <a:bodyPr/>
        <a:lstStyle/>
        <a:p>
          <a:r>
            <a:rPr lang="en-US"/>
            <a:t>Prepare learners for workplace placement</a:t>
          </a:r>
        </a:p>
      </dgm:t>
    </dgm:pt>
    <dgm:pt modelId="{FFD0CFD7-09B2-4B4C-A7BB-7BFB1E875446}" type="parTrans" cxnId="{4041F83F-E923-4F6D-B51E-A1F5017E620A}">
      <dgm:prSet/>
      <dgm:spPr/>
      <dgm:t>
        <a:bodyPr/>
        <a:lstStyle/>
        <a:p>
          <a:endParaRPr lang="en-US"/>
        </a:p>
      </dgm:t>
    </dgm:pt>
    <dgm:pt modelId="{88AC75E8-C461-40FE-BB71-AF0D86A3831A}" type="sibTrans" cxnId="{4041F83F-E923-4F6D-B51E-A1F5017E620A}">
      <dgm:prSet/>
      <dgm:spPr/>
      <dgm:t>
        <a:bodyPr/>
        <a:lstStyle/>
        <a:p>
          <a:endParaRPr lang="en-US"/>
        </a:p>
      </dgm:t>
    </dgm:pt>
    <dgm:pt modelId="{92ED380A-DAC1-46F5-B3D0-A210AC67554F}">
      <dgm:prSet/>
      <dgm:spPr/>
      <dgm:t>
        <a:bodyPr/>
        <a:lstStyle/>
        <a:p>
          <a:r>
            <a:rPr lang="en-US"/>
            <a:t>Develop employability and life skills</a:t>
          </a:r>
        </a:p>
      </dgm:t>
    </dgm:pt>
    <dgm:pt modelId="{0F7F189A-C1B2-404C-8D8C-219BF05EEE9E}" type="parTrans" cxnId="{FFAB0180-B77B-4FCF-B22F-EA15F0A4A401}">
      <dgm:prSet/>
      <dgm:spPr/>
      <dgm:t>
        <a:bodyPr/>
        <a:lstStyle/>
        <a:p>
          <a:endParaRPr lang="en-US"/>
        </a:p>
      </dgm:t>
    </dgm:pt>
    <dgm:pt modelId="{9EEA298D-A7A2-4937-B9EC-D692F447A846}" type="sibTrans" cxnId="{FFAB0180-B77B-4FCF-B22F-EA15F0A4A401}">
      <dgm:prSet/>
      <dgm:spPr/>
      <dgm:t>
        <a:bodyPr/>
        <a:lstStyle/>
        <a:p>
          <a:endParaRPr lang="en-US"/>
        </a:p>
      </dgm:t>
    </dgm:pt>
    <dgm:pt modelId="{303C0B9D-4A70-4963-B03A-347CDD059FDB}">
      <dgm:prSet/>
      <dgm:spPr/>
      <dgm:t>
        <a:bodyPr/>
        <a:lstStyle/>
        <a:p>
          <a:r>
            <a:rPr lang="en-US"/>
            <a:t>Build confidence and professionalism</a:t>
          </a:r>
        </a:p>
      </dgm:t>
    </dgm:pt>
    <dgm:pt modelId="{68E08DFE-0B57-4654-8BC3-FF3E67CE3C20}" type="parTrans" cxnId="{C24E2A88-486C-4E54-B5A3-2DF0066201A4}">
      <dgm:prSet/>
      <dgm:spPr/>
      <dgm:t>
        <a:bodyPr/>
        <a:lstStyle/>
        <a:p>
          <a:endParaRPr lang="en-US"/>
        </a:p>
      </dgm:t>
    </dgm:pt>
    <dgm:pt modelId="{99DA3BAD-FF49-4887-B96D-B8F835A8A953}" type="sibTrans" cxnId="{C24E2A88-486C-4E54-B5A3-2DF0066201A4}">
      <dgm:prSet/>
      <dgm:spPr/>
      <dgm:t>
        <a:bodyPr/>
        <a:lstStyle/>
        <a:p>
          <a:endParaRPr lang="en-US"/>
        </a:p>
      </dgm:t>
    </dgm:pt>
    <dgm:pt modelId="{FE0BE323-26B5-40D7-A9C3-1F51986BB1FF}">
      <dgm:prSet/>
      <dgm:spPr/>
      <dgm:t>
        <a:bodyPr/>
        <a:lstStyle/>
        <a:p>
          <a:r>
            <a:rPr lang="en-US"/>
            <a:t>Prepare learners for interviews and teamwork</a:t>
          </a:r>
        </a:p>
      </dgm:t>
    </dgm:pt>
    <dgm:pt modelId="{1722A104-6479-4482-BD38-B8FA97EE5083}" type="parTrans" cxnId="{6FAB2C13-ECA3-4F53-B41D-873BC51967EA}">
      <dgm:prSet/>
      <dgm:spPr/>
      <dgm:t>
        <a:bodyPr/>
        <a:lstStyle/>
        <a:p>
          <a:endParaRPr lang="en-US"/>
        </a:p>
      </dgm:t>
    </dgm:pt>
    <dgm:pt modelId="{966009F6-202F-49F7-B1DF-E04C4B800ADA}" type="sibTrans" cxnId="{6FAB2C13-ECA3-4F53-B41D-873BC51967EA}">
      <dgm:prSet/>
      <dgm:spPr/>
      <dgm:t>
        <a:bodyPr/>
        <a:lstStyle/>
        <a:p>
          <a:endParaRPr lang="en-US"/>
        </a:p>
      </dgm:t>
    </dgm:pt>
    <dgm:pt modelId="{0343CD19-A7C2-4205-9005-EBFFE29DC779}" type="pres">
      <dgm:prSet presAssocID="{CF612460-47BC-4AE3-9560-A43B0AE2A30D}" presName="root" presStyleCnt="0">
        <dgm:presLayoutVars>
          <dgm:dir/>
          <dgm:resizeHandles val="exact"/>
        </dgm:presLayoutVars>
      </dgm:prSet>
      <dgm:spPr/>
    </dgm:pt>
    <dgm:pt modelId="{265A0525-FB8D-46BD-99BA-6848BBD60BCA}" type="pres">
      <dgm:prSet presAssocID="{633B8E43-848B-4709-84EA-7D05255074DE}" presName="compNode" presStyleCnt="0"/>
      <dgm:spPr/>
    </dgm:pt>
    <dgm:pt modelId="{7DD9C1A1-7218-4B18-B7A1-5A588BFB2A97}" type="pres">
      <dgm:prSet presAssocID="{633B8E43-848B-4709-84EA-7D05255074DE}" presName="bgRect" presStyleLbl="bgShp" presStyleIdx="0" presStyleCnt="4"/>
      <dgm:spPr/>
    </dgm:pt>
    <dgm:pt modelId="{4718CC34-7409-4C40-B75D-3300F31559A2}" type="pres">
      <dgm:prSet presAssocID="{633B8E43-848B-4709-84EA-7D05255074D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B14B9691-5DD4-426C-B887-DB08D693D2CF}" type="pres">
      <dgm:prSet presAssocID="{633B8E43-848B-4709-84EA-7D05255074DE}" presName="spaceRect" presStyleCnt="0"/>
      <dgm:spPr/>
    </dgm:pt>
    <dgm:pt modelId="{045464FA-0144-4EB4-9C50-3E5F6D0AEF50}" type="pres">
      <dgm:prSet presAssocID="{633B8E43-848B-4709-84EA-7D05255074DE}" presName="parTx" presStyleLbl="revTx" presStyleIdx="0" presStyleCnt="4">
        <dgm:presLayoutVars>
          <dgm:chMax val="0"/>
          <dgm:chPref val="0"/>
        </dgm:presLayoutVars>
      </dgm:prSet>
      <dgm:spPr/>
    </dgm:pt>
    <dgm:pt modelId="{470F5FBF-82F0-4832-94A7-DC441FA1800B}" type="pres">
      <dgm:prSet presAssocID="{88AC75E8-C461-40FE-BB71-AF0D86A3831A}" presName="sibTrans" presStyleCnt="0"/>
      <dgm:spPr/>
    </dgm:pt>
    <dgm:pt modelId="{B33F17C9-A31A-443E-841A-F24C7999DF12}" type="pres">
      <dgm:prSet presAssocID="{92ED380A-DAC1-46F5-B3D0-A210AC67554F}" presName="compNode" presStyleCnt="0"/>
      <dgm:spPr/>
    </dgm:pt>
    <dgm:pt modelId="{9FAA52EC-CFCC-456D-8B9A-DB9833E44039}" type="pres">
      <dgm:prSet presAssocID="{92ED380A-DAC1-46F5-B3D0-A210AC67554F}" presName="bgRect" presStyleLbl="bgShp" presStyleIdx="1" presStyleCnt="4"/>
      <dgm:spPr/>
    </dgm:pt>
    <dgm:pt modelId="{F35C854E-90E9-48BF-AAA3-DB2957349CCF}" type="pres">
      <dgm:prSet presAssocID="{92ED380A-DAC1-46F5-B3D0-A210AC67554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0A603E5-9FE9-47CB-99BC-88057BCFC4CD}" type="pres">
      <dgm:prSet presAssocID="{92ED380A-DAC1-46F5-B3D0-A210AC67554F}" presName="spaceRect" presStyleCnt="0"/>
      <dgm:spPr/>
    </dgm:pt>
    <dgm:pt modelId="{DA9CBDD1-A4B3-4B5C-8B6C-2305703A9400}" type="pres">
      <dgm:prSet presAssocID="{92ED380A-DAC1-46F5-B3D0-A210AC67554F}" presName="parTx" presStyleLbl="revTx" presStyleIdx="1" presStyleCnt="4">
        <dgm:presLayoutVars>
          <dgm:chMax val="0"/>
          <dgm:chPref val="0"/>
        </dgm:presLayoutVars>
      </dgm:prSet>
      <dgm:spPr/>
    </dgm:pt>
    <dgm:pt modelId="{5CC16CD9-D8BB-4463-A73C-4C58947EF124}" type="pres">
      <dgm:prSet presAssocID="{9EEA298D-A7A2-4937-B9EC-D692F447A846}" presName="sibTrans" presStyleCnt="0"/>
      <dgm:spPr/>
    </dgm:pt>
    <dgm:pt modelId="{C31A82B0-E394-4CEB-8F2A-422146C246DA}" type="pres">
      <dgm:prSet presAssocID="{303C0B9D-4A70-4963-B03A-347CDD059FDB}" presName="compNode" presStyleCnt="0"/>
      <dgm:spPr/>
    </dgm:pt>
    <dgm:pt modelId="{C410DAD0-7A4F-47C1-B94B-62DF7D9D0AB4}" type="pres">
      <dgm:prSet presAssocID="{303C0B9D-4A70-4963-B03A-347CDD059FDB}" presName="bgRect" presStyleLbl="bgShp" presStyleIdx="2" presStyleCnt="4"/>
      <dgm:spPr/>
    </dgm:pt>
    <dgm:pt modelId="{4DA1E6B2-FBEB-4D0F-BE15-6D59BB4F07FA}" type="pres">
      <dgm:prSet presAssocID="{303C0B9D-4A70-4963-B03A-347CDD059FD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1D102F0-BD2C-4D9C-A9E1-D462D5C258D6}" type="pres">
      <dgm:prSet presAssocID="{303C0B9D-4A70-4963-B03A-347CDD059FDB}" presName="spaceRect" presStyleCnt="0"/>
      <dgm:spPr/>
    </dgm:pt>
    <dgm:pt modelId="{A3C766B2-4D2A-4FC9-9BDF-18CED5FFF8BB}" type="pres">
      <dgm:prSet presAssocID="{303C0B9D-4A70-4963-B03A-347CDD059FDB}" presName="parTx" presStyleLbl="revTx" presStyleIdx="2" presStyleCnt="4">
        <dgm:presLayoutVars>
          <dgm:chMax val="0"/>
          <dgm:chPref val="0"/>
        </dgm:presLayoutVars>
      </dgm:prSet>
      <dgm:spPr/>
    </dgm:pt>
    <dgm:pt modelId="{E4F8DCC8-686C-4749-8215-C042093B5253}" type="pres">
      <dgm:prSet presAssocID="{99DA3BAD-FF49-4887-B96D-B8F835A8A953}" presName="sibTrans" presStyleCnt="0"/>
      <dgm:spPr/>
    </dgm:pt>
    <dgm:pt modelId="{A2FF6689-2CCD-4D96-ADD8-2E5B4CB4BEE7}" type="pres">
      <dgm:prSet presAssocID="{FE0BE323-26B5-40D7-A9C3-1F51986BB1FF}" presName="compNode" presStyleCnt="0"/>
      <dgm:spPr/>
    </dgm:pt>
    <dgm:pt modelId="{768255C8-1520-40BF-AAD8-BFA2822823A7}" type="pres">
      <dgm:prSet presAssocID="{FE0BE323-26B5-40D7-A9C3-1F51986BB1FF}" presName="bgRect" presStyleLbl="bgShp" presStyleIdx="3" presStyleCnt="4"/>
      <dgm:spPr/>
    </dgm:pt>
    <dgm:pt modelId="{6B0B8AA0-79CF-482C-B414-2CAF49ED0D54}" type="pres">
      <dgm:prSet presAssocID="{FE0BE323-26B5-40D7-A9C3-1F51986BB1F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45DD6CA6-D87F-4967-99AD-DE068493AFFD}" type="pres">
      <dgm:prSet presAssocID="{FE0BE323-26B5-40D7-A9C3-1F51986BB1FF}" presName="spaceRect" presStyleCnt="0"/>
      <dgm:spPr/>
    </dgm:pt>
    <dgm:pt modelId="{F299C788-7A3E-42AC-980D-4057E48E8229}" type="pres">
      <dgm:prSet presAssocID="{FE0BE323-26B5-40D7-A9C3-1F51986BB1F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1CE620E-369D-4A27-8640-C059361D6BE9}" type="presOf" srcId="{633B8E43-848B-4709-84EA-7D05255074DE}" destId="{045464FA-0144-4EB4-9C50-3E5F6D0AEF50}" srcOrd="0" destOrd="0" presId="urn:microsoft.com/office/officeart/2018/2/layout/IconVerticalSolidList"/>
    <dgm:cxn modelId="{6FAB2C13-ECA3-4F53-B41D-873BC51967EA}" srcId="{CF612460-47BC-4AE3-9560-A43B0AE2A30D}" destId="{FE0BE323-26B5-40D7-A9C3-1F51986BB1FF}" srcOrd="3" destOrd="0" parTransId="{1722A104-6479-4482-BD38-B8FA97EE5083}" sibTransId="{966009F6-202F-49F7-B1DF-E04C4B800ADA}"/>
    <dgm:cxn modelId="{59FBC42E-687B-43B5-B1F0-B5A46C83567A}" type="presOf" srcId="{FE0BE323-26B5-40D7-A9C3-1F51986BB1FF}" destId="{F299C788-7A3E-42AC-980D-4057E48E8229}" srcOrd="0" destOrd="0" presId="urn:microsoft.com/office/officeart/2018/2/layout/IconVerticalSolidList"/>
    <dgm:cxn modelId="{4041F83F-E923-4F6D-B51E-A1F5017E620A}" srcId="{CF612460-47BC-4AE3-9560-A43B0AE2A30D}" destId="{633B8E43-848B-4709-84EA-7D05255074DE}" srcOrd="0" destOrd="0" parTransId="{FFD0CFD7-09B2-4B4C-A7BB-7BFB1E875446}" sibTransId="{88AC75E8-C461-40FE-BB71-AF0D86A3831A}"/>
    <dgm:cxn modelId="{D2F91E49-0DCC-4142-A61A-563A27C6C9D0}" type="presOf" srcId="{303C0B9D-4A70-4963-B03A-347CDD059FDB}" destId="{A3C766B2-4D2A-4FC9-9BDF-18CED5FFF8BB}" srcOrd="0" destOrd="0" presId="urn:microsoft.com/office/officeart/2018/2/layout/IconVerticalSolidList"/>
    <dgm:cxn modelId="{FFAB0180-B77B-4FCF-B22F-EA15F0A4A401}" srcId="{CF612460-47BC-4AE3-9560-A43B0AE2A30D}" destId="{92ED380A-DAC1-46F5-B3D0-A210AC67554F}" srcOrd="1" destOrd="0" parTransId="{0F7F189A-C1B2-404C-8D8C-219BF05EEE9E}" sibTransId="{9EEA298D-A7A2-4937-B9EC-D692F447A846}"/>
    <dgm:cxn modelId="{C24E2A88-486C-4E54-B5A3-2DF0066201A4}" srcId="{CF612460-47BC-4AE3-9560-A43B0AE2A30D}" destId="{303C0B9D-4A70-4963-B03A-347CDD059FDB}" srcOrd="2" destOrd="0" parTransId="{68E08DFE-0B57-4654-8BC3-FF3E67CE3C20}" sibTransId="{99DA3BAD-FF49-4887-B96D-B8F835A8A953}"/>
    <dgm:cxn modelId="{0579018E-6C2E-4796-90F8-288C6548A536}" type="presOf" srcId="{92ED380A-DAC1-46F5-B3D0-A210AC67554F}" destId="{DA9CBDD1-A4B3-4B5C-8B6C-2305703A9400}" srcOrd="0" destOrd="0" presId="urn:microsoft.com/office/officeart/2018/2/layout/IconVerticalSolidList"/>
    <dgm:cxn modelId="{139942AC-86EB-4772-96A8-CC7507E1EB32}" type="presOf" srcId="{CF612460-47BC-4AE3-9560-A43B0AE2A30D}" destId="{0343CD19-A7C2-4205-9005-EBFFE29DC779}" srcOrd="0" destOrd="0" presId="urn:microsoft.com/office/officeart/2018/2/layout/IconVerticalSolidList"/>
    <dgm:cxn modelId="{50AEEAB2-62D5-4B66-9AFA-4DACA990A954}" type="presParOf" srcId="{0343CD19-A7C2-4205-9005-EBFFE29DC779}" destId="{265A0525-FB8D-46BD-99BA-6848BBD60BCA}" srcOrd="0" destOrd="0" presId="urn:microsoft.com/office/officeart/2018/2/layout/IconVerticalSolidList"/>
    <dgm:cxn modelId="{3A75E760-AFAA-4AC4-9245-23F76AE26575}" type="presParOf" srcId="{265A0525-FB8D-46BD-99BA-6848BBD60BCA}" destId="{7DD9C1A1-7218-4B18-B7A1-5A588BFB2A97}" srcOrd="0" destOrd="0" presId="urn:microsoft.com/office/officeart/2018/2/layout/IconVerticalSolidList"/>
    <dgm:cxn modelId="{DCDE71FA-D081-40B2-9F35-CEACE7469AB8}" type="presParOf" srcId="{265A0525-FB8D-46BD-99BA-6848BBD60BCA}" destId="{4718CC34-7409-4C40-B75D-3300F31559A2}" srcOrd="1" destOrd="0" presId="urn:microsoft.com/office/officeart/2018/2/layout/IconVerticalSolidList"/>
    <dgm:cxn modelId="{7C5EE1AF-0121-4244-A94B-02A8BA886F17}" type="presParOf" srcId="{265A0525-FB8D-46BD-99BA-6848BBD60BCA}" destId="{B14B9691-5DD4-426C-B887-DB08D693D2CF}" srcOrd="2" destOrd="0" presId="urn:microsoft.com/office/officeart/2018/2/layout/IconVerticalSolidList"/>
    <dgm:cxn modelId="{4D165BEE-56DD-45E8-A758-CCFFAD39E653}" type="presParOf" srcId="{265A0525-FB8D-46BD-99BA-6848BBD60BCA}" destId="{045464FA-0144-4EB4-9C50-3E5F6D0AEF50}" srcOrd="3" destOrd="0" presId="urn:microsoft.com/office/officeart/2018/2/layout/IconVerticalSolidList"/>
    <dgm:cxn modelId="{3B5F47F0-16F2-45FF-B472-D41C1B6CAEB5}" type="presParOf" srcId="{0343CD19-A7C2-4205-9005-EBFFE29DC779}" destId="{470F5FBF-82F0-4832-94A7-DC441FA1800B}" srcOrd="1" destOrd="0" presId="urn:microsoft.com/office/officeart/2018/2/layout/IconVerticalSolidList"/>
    <dgm:cxn modelId="{2D908733-3636-4EAE-AE7A-140F87AB79F1}" type="presParOf" srcId="{0343CD19-A7C2-4205-9005-EBFFE29DC779}" destId="{B33F17C9-A31A-443E-841A-F24C7999DF12}" srcOrd="2" destOrd="0" presId="urn:microsoft.com/office/officeart/2018/2/layout/IconVerticalSolidList"/>
    <dgm:cxn modelId="{E7DCD279-EBCD-44B2-80FF-203A6B2A97B7}" type="presParOf" srcId="{B33F17C9-A31A-443E-841A-F24C7999DF12}" destId="{9FAA52EC-CFCC-456D-8B9A-DB9833E44039}" srcOrd="0" destOrd="0" presId="urn:microsoft.com/office/officeart/2018/2/layout/IconVerticalSolidList"/>
    <dgm:cxn modelId="{DB200708-E62E-4178-A4C1-612B73FADAE8}" type="presParOf" srcId="{B33F17C9-A31A-443E-841A-F24C7999DF12}" destId="{F35C854E-90E9-48BF-AAA3-DB2957349CCF}" srcOrd="1" destOrd="0" presId="urn:microsoft.com/office/officeart/2018/2/layout/IconVerticalSolidList"/>
    <dgm:cxn modelId="{CEC79501-4D74-4EFC-B549-BF2039C1C369}" type="presParOf" srcId="{B33F17C9-A31A-443E-841A-F24C7999DF12}" destId="{60A603E5-9FE9-47CB-99BC-88057BCFC4CD}" srcOrd="2" destOrd="0" presId="urn:microsoft.com/office/officeart/2018/2/layout/IconVerticalSolidList"/>
    <dgm:cxn modelId="{A4C5AC2D-3B74-426E-AD08-0A4BDE108D5B}" type="presParOf" srcId="{B33F17C9-A31A-443E-841A-F24C7999DF12}" destId="{DA9CBDD1-A4B3-4B5C-8B6C-2305703A9400}" srcOrd="3" destOrd="0" presId="urn:microsoft.com/office/officeart/2018/2/layout/IconVerticalSolidList"/>
    <dgm:cxn modelId="{5AB75A9E-084C-4135-B4D5-6B02A454018C}" type="presParOf" srcId="{0343CD19-A7C2-4205-9005-EBFFE29DC779}" destId="{5CC16CD9-D8BB-4463-A73C-4C58947EF124}" srcOrd="3" destOrd="0" presId="urn:microsoft.com/office/officeart/2018/2/layout/IconVerticalSolidList"/>
    <dgm:cxn modelId="{3E286EC1-E5B5-493F-BA99-2EC61FDBBEF1}" type="presParOf" srcId="{0343CD19-A7C2-4205-9005-EBFFE29DC779}" destId="{C31A82B0-E394-4CEB-8F2A-422146C246DA}" srcOrd="4" destOrd="0" presId="urn:microsoft.com/office/officeart/2018/2/layout/IconVerticalSolidList"/>
    <dgm:cxn modelId="{F9122611-AC41-4B9F-BD42-E608071D27AC}" type="presParOf" srcId="{C31A82B0-E394-4CEB-8F2A-422146C246DA}" destId="{C410DAD0-7A4F-47C1-B94B-62DF7D9D0AB4}" srcOrd="0" destOrd="0" presId="urn:microsoft.com/office/officeart/2018/2/layout/IconVerticalSolidList"/>
    <dgm:cxn modelId="{599C193B-BA1F-48E4-B20A-058AEA6B3389}" type="presParOf" srcId="{C31A82B0-E394-4CEB-8F2A-422146C246DA}" destId="{4DA1E6B2-FBEB-4D0F-BE15-6D59BB4F07FA}" srcOrd="1" destOrd="0" presId="urn:microsoft.com/office/officeart/2018/2/layout/IconVerticalSolidList"/>
    <dgm:cxn modelId="{748C484D-1610-42B6-B788-8F2044267178}" type="presParOf" srcId="{C31A82B0-E394-4CEB-8F2A-422146C246DA}" destId="{F1D102F0-BD2C-4D9C-A9E1-D462D5C258D6}" srcOrd="2" destOrd="0" presId="urn:microsoft.com/office/officeart/2018/2/layout/IconVerticalSolidList"/>
    <dgm:cxn modelId="{0AC5C5BF-0A26-4AF7-8FA6-E026C633501A}" type="presParOf" srcId="{C31A82B0-E394-4CEB-8F2A-422146C246DA}" destId="{A3C766B2-4D2A-4FC9-9BDF-18CED5FFF8BB}" srcOrd="3" destOrd="0" presId="urn:microsoft.com/office/officeart/2018/2/layout/IconVerticalSolidList"/>
    <dgm:cxn modelId="{ED57E28B-4629-4244-B4B2-5A4983532D1D}" type="presParOf" srcId="{0343CD19-A7C2-4205-9005-EBFFE29DC779}" destId="{E4F8DCC8-686C-4749-8215-C042093B5253}" srcOrd="5" destOrd="0" presId="urn:microsoft.com/office/officeart/2018/2/layout/IconVerticalSolidList"/>
    <dgm:cxn modelId="{4957EF76-989F-4DE0-9858-07DBF8755C81}" type="presParOf" srcId="{0343CD19-A7C2-4205-9005-EBFFE29DC779}" destId="{A2FF6689-2CCD-4D96-ADD8-2E5B4CB4BEE7}" srcOrd="6" destOrd="0" presId="urn:microsoft.com/office/officeart/2018/2/layout/IconVerticalSolidList"/>
    <dgm:cxn modelId="{7FB39D52-7F29-4942-B373-9032A154621E}" type="presParOf" srcId="{A2FF6689-2CCD-4D96-ADD8-2E5B4CB4BEE7}" destId="{768255C8-1520-40BF-AAD8-BFA2822823A7}" srcOrd="0" destOrd="0" presId="urn:microsoft.com/office/officeart/2018/2/layout/IconVerticalSolidList"/>
    <dgm:cxn modelId="{BAA233C6-3CA2-4099-A152-B0E0E9099C01}" type="presParOf" srcId="{A2FF6689-2CCD-4D96-ADD8-2E5B4CB4BEE7}" destId="{6B0B8AA0-79CF-482C-B414-2CAF49ED0D54}" srcOrd="1" destOrd="0" presId="urn:microsoft.com/office/officeart/2018/2/layout/IconVerticalSolidList"/>
    <dgm:cxn modelId="{3AEB5F12-3958-408A-B4E6-10E4B49A5B37}" type="presParOf" srcId="{A2FF6689-2CCD-4D96-ADD8-2E5B4CB4BEE7}" destId="{45DD6CA6-D87F-4967-99AD-DE068493AFFD}" srcOrd="2" destOrd="0" presId="urn:microsoft.com/office/officeart/2018/2/layout/IconVerticalSolidList"/>
    <dgm:cxn modelId="{AD03769B-7CD5-4BA8-A0EC-FC81AA90EBDC}" type="presParOf" srcId="{A2FF6689-2CCD-4D96-ADD8-2E5B4CB4BEE7}" destId="{F299C788-7A3E-42AC-980D-4057E48E82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52D089-D938-4218-8D9E-BCC91F1EACE0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B63061-9D2B-4B34-BAE8-C717060C7069}">
      <dgm:prSet/>
      <dgm:spPr/>
      <dgm:t>
        <a:bodyPr/>
        <a:lstStyle/>
        <a:p>
          <a:r>
            <a:rPr lang="en-US"/>
            <a:t>Dress</a:t>
          </a:r>
        </a:p>
      </dgm:t>
    </dgm:pt>
    <dgm:pt modelId="{69398611-B75F-4230-BA38-5E87CA0E085F}" type="parTrans" cxnId="{1E921EF8-B2FD-4E35-B811-FC8C52F42B00}">
      <dgm:prSet/>
      <dgm:spPr/>
      <dgm:t>
        <a:bodyPr/>
        <a:lstStyle/>
        <a:p>
          <a:endParaRPr lang="en-US"/>
        </a:p>
      </dgm:t>
    </dgm:pt>
    <dgm:pt modelId="{CC693044-FF39-4D89-98B8-BB7CE4520578}" type="sibTrans" cxnId="{1E921EF8-B2FD-4E35-B811-FC8C52F42B00}">
      <dgm:prSet/>
      <dgm:spPr/>
      <dgm:t>
        <a:bodyPr/>
        <a:lstStyle/>
        <a:p>
          <a:endParaRPr lang="en-US"/>
        </a:p>
      </dgm:t>
    </dgm:pt>
    <dgm:pt modelId="{0C1FA523-6C64-4EF2-BE41-4C58692FF61E}">
      <dgm:prSet/>
      <dgm:spPr/>
      <dgm:t>
        <a:bodyPr/>
        <a:lstStyle/>
        <a:p>
          <a:r>
            <a:rPr lang="en-US"/>
            <a:t>Dress appropriately</a:t>
          </a:r>
        </a:p>
      </dgm:t>
    </dgm:pt>
    <dgm:pt modelId="{CD73A2D5-E296-4F9A-90F1-C8008FDB6A49}" type="parTrans" cxnId="{66443E93-42D7-42CE-B7C9-6AC0112350E2}">
      <dgm:prSet/>
      <dgm:spPr/>
      <dgm:t>
        <a:bodyPr/>
        <a:lstStyle/>
        <a:p>
          <a:endParaRPr lang="en-US"/>
        </a:p>
      </dgm:t>
    </dgm:pt>
    <dgm:pt modelId="{BCF87B72-7077-411D-92A3-C1EA82ED22DC}" type="sibTrans" cxnId="{66443E93-42D7-42CE-B7C9-6AC0112350E2}">
      <dgm:prSet/>
      <dgm:spPr/>
      <dgm:t>
        <a:bodyPr/>
        <a:lstStyle/>
        <a:p>
          <a:endParaRPr lang="en-US"/>
        </a:p>
      </dgm:t>
    </dgm:pt>
    <dgm:pt modelId="{FDCAF882-6DAB-4A5D-BAE2-0F9C666CB52F}">
      <dgm:prSet/>
      <dgm:spPr/>
      <dgm:t>
        <a:bodyPr/>
        <a:lstStyle/>
        <a:p>
          <a:r>
            <a:rPr lang="en-US"/>
            <a:t>Be</a:t>
          </a:r>
        </a:p>
      </dgm:t>
    </dgm:pt>
    <dgm:pt modelId="{63ED54FB-662A-4614-9E86-92400A965079}" type="parTrans" cxnId="{F23A0862-CF67-4400-A357-4DA308FBF1E6}">
      <dgm:prSet/>
      <dgm:spPr/>
      <dgm:t>
        <a:bodyPr/>
        <a:lstStyle/>
        <a:p>
          <a:endParaRPr lang="en-US"/>
        </a:p>
      </dgm:t>
    </dgm:pt>
    <dgm:pt modelId="{7AA3E954-9FE5-402F-B626-8B87257AE9E6}" type="sibTrans" cxnId="{F23A0862-CF67-4400-A357-4DA308FBF1E6}">
      <dgm:prSet/>
      <dgm:spPr/>
      <dgm:t>
        <a:bodyPr/>
        <a:lstStyle/>
        <a:p>
          <a:endParaRPr lang="en-US"/>
        </a:p>
      </dgm:t>
    </dgm:pt>
    <dgm:pt modelId="{7AD31725-A702-4C01-8BD9-93A1E297DCB9}">
      <dgm:prSet/>
      <dgm:spPr/>
      <dgm:t>
        <a:bodyPr/>
        <a:lstStyle/>
        <a:p>
          <a:r>
            <a:rPr lang="en-US"/>
            <a:t>Be punctual</a:t>
          </a:r>
        </a:p>
      </dgm:t>
    </dgm:pt>
    <dgm:pt modelId="{094FF9AF-8385-42B8-AE51-63F53F366914}" type="parTrans" cxnId="{7F696799-7476-42C6-9B9B-2C253730529C}">
      <dgm:prSet/>
      <dgm:spPr/>
      <dgm:t>
        <a:bodyPr/>
        <a:lstStyle/>
        <a:p>
          <a:endParaRPr lang="en-US"/>
        </a:p>
      </dgm:t>
    </dgm:pt>
    <dgm:pt modelId="{7BCB4302-8449-4EA3-A9C6-5BC5AD2D09E0}" type="sibTrans" cxnId="{7F696799-7476-42C6-9B9B-2C253730529C}">
      <dgm:prSet/>
      <dgm:spPr/>
      <dgm:t>
        <a:bodyPr/>
        <a:lstStyle/>
        <a:p>
          <a:endParaRPr lang="en-US"/>
        </a:p>
      </dgm:t>
    </dgm:pt>
    <dgm:pt modelId="{1CFBF917-1804-40EA-8DF3-24843813BE19}">
      <dgm:prSet/>
      <dgm:spPr/>
      <dgm:t>
        <a:bodyPr/>
        <a:lstStyle/>
        <a:p>
          <a:r>
            <a:rPr lang="en-US"/>
            <a:t>Communicate</a:t>
          </a:r>
        </a:p>
      </dgm:t>
    </dgm:pt>
    <dgm:pt modelId="{E199931A-A746-474C-9003-DA332B52ACF5}" type="parTrans" cxnId="{92A0372A-056E-409B-B7E6-F36980788CA6}">
      <dgm:prSet/>
      <dgm:spPr/>
      <dgm:t>
        <a:bodyPr/>
        <a:lstStyle/>
        <a:p>
          <a:endParaRPr lang="en-US"/>
        </a:p>
      </dgm:t>
    </dgm:pt>
    <dgm:pt modelId="{FCFE8329-AE03-41DF-9C42-7557376AC1E6}" type="sibTrans" cxnId="{92A0372A-056E-409B-B7E6-F36980788CA6}">
      <dgm:prSet/>
      <dgm:spPr/>
      <dgm:t>
        <a:bodyPr/>
        <a:lstStyle/>
        <a:p>
          <a:endParaRPr lang="en-US"/>
        </a:p>
      </dgm:t>
    </dgm:pt>
    <dgm:pt modelId="{AF75B240-25B9-47D9-ABBF-D565DB12D504}">
      <dgm:prSet/>
      <dgm:spPr/>
      <dgm:t>
        <a:bodyPr/>
        <a:lstStyle/>
        <a:p>
          <a:r>
            <a:rPr lang="en-US"/>
            <a:t>Communicate respectfully</a:t>
          </a:r>
        </a:p>
      </dgm:t>
    </dgm:pt>
    <dgm:pt modelId="{54F8E426-02C7-4629-9773-B5B8B1E3CFFD}" type="parTrans" cxnId="{93AC7042-551E-4A67-B73D-3F810A770A2C}">
      <dgm:prSet/>
      <dgm:spPr/>
      <dgm:t>
        <a:bodyPr/>
        <a:lstStyle/>
        <a:p>
          <a:endParaRPr lang="en-US"/>
        </a:p>
      </dgm:t>
    </dgm:pt>
    <dgm:pt modelId="{09C03E5F-D49A-476E-A81D-055187BB1F32}" type="sibTrans" cxnId="{93AC7042-551E-4A67-B73D-3F810A770A2C}">
      <dgm:prSet/>
      <dgm:spPr/>
      <dgm:t>
        <a:bodyPr/>
        <a:lstStyle/>
        <a:p>
          <a:endParaRPr lang="en-US"/>
        </a:p>
      </dgm:t>
    </dgm:pt>
    <dgm:pt modelId="{959BC654-963C-4EB6-9B9F-88DD7F03F09C}">
      <dgm:prSet/>
      <dgm:spPr/>
      <dgm:t>
        <a:bodyPr/>
        <a:lstStyle/>
        <a:p>
          <a:r>
            <a:rPr lang="en-US"/>
            <a:t>Take</a:t>
          </a:r>
        </a:p>
      </dgm:t>
    </dgm:pt>
    <dgm:pt modelId="{5388CF1C-D33B-414F-9D2E-F8E4727F22B8}" type="parTrans" cxnId="{4DA1E2EC-8395-40CC-A47C-D04C601F96AD}">
      <dgm:prSet/>
      <dgm:spPr/>
      <dgm:t>
        <a:bodyPr/>
        <a:lstStyle/>
        <a:p>
          <a:endParaRPr lang="en-US"/>
        </a:p>
      </dgm:t>
    </dgm:pt>
    <dgm:pt modelId="{7FD6CCB9-D9FB-416B-82C4-67E5653D46E9}" type="sibTrans" cxnId="{4DA1E2EC-8395-40CC-A47C-D04C601F96AD}">
      <dgm:prSet/>
      <dgm:spPr/>
      <dgm:t>
        <a:bodyPr/>
        <a:lstStyle/>
        <a:p>
          <a:endParaRPr lang="en-US"/>
        </a:p>
      </dgm:t>
    </dgm:pt>
    <dgm:pt modelId="{914A1E5D-E034-43F1-BC61-98A147F3A764}">
      <dgm:prSet/>
      <dgm:spPr/>
      <dgm:t>
        <a:bodyPr/>
        <a:lstStyle/>
        <a:p>
          <a:r>
            <a:rPr lang="en-US"/>
            <a:t>Take accountability</a:t>
          </a:r>
        </a:p>
      </dgm:t>
    </dgm:pt>
    <dgm:pt modelId="{E1408151-D69D-45C7-A89E-422CE5342BDA}" type="parTrans" cxnId="{0B5E8777-61F9-41F5-AFD4-2FAFF141C841}">
      <dgm:prSet/>
      <dgm:spPr/>
      <dgm:t>
        <a:bodyPr/>
        <a:lstStyle/>
        <a:p>
          <a:endParaRPr lang="en-US"/>
        </a:p>
      </dgm:t>
    </dgm:pt>
    <dgm:pt modelId="{2521C622-D026-4123-AC57-E3CC9E7E5727}" type="sibTrans" cxnId="{0B5E8777-61F9-41F5-AFD4-2FAFF141C841}">
      <dgm:prSet/>
      <dgm:spPr/>
      <dgm:t>
        <a:bodyPr/>
        <a:lstStyle/>
        <a:p>
          <a:endParaRPr lang="en-US"/>
        </a:p>
      </dgm:t>
    </dgm:pt>
    <dgm:pt modelId="{129ADE12-1FB4-4D6D-A202-5D896A2A6934}" type="pres">
      <dgm:prSet presAssocID="{7B52D089-D938-4218-8D9E-BCC91F1EACE0}" presName="Name0" presStyleCnt="0">
        <dgm:presLayoutVars>
          <dgm:dir/>
          <dgm:animLvl val="lvl"/>
          <dgm:resizeHandles val="exact"/>
        </dgm:presLayoutVars>
      </dgm:prSet>
      <dgm:spPr/>
    </dgm:pt>
    <dgm:pt modelId="{6B778C88-8971-40A7-B8CC-57803AFE8558}" type="pres">
      <dgm:prSet presAssocID="{9BB63061-9D2B-4B34-BAE8-C717060C7069}" presName="linNode" presStyleCnt="0"/>
      <dgm:spPr/>
    </dgm:pt>
    <dgm:pt modelId="{D9862E9B-D15D-4F52-97AE-B2E22793A8FB}" type="pres">
      <dgm:prSet presAssocID="{9BB63061-9D2B-4B34-BAE8-C717060C7069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2D4F4BAE-821D-48BC-8410-B0932777FE41}" type="pres">
      <dgm:prSet presAssocID="{9BB63061-9D2B-4B34-BAE8-C717060C7069}" presName="descendantText" presStyleLbl="alignNode1" presStyleIdx="0" presStyleCnt="4">
        <dgm:presLayoutVars>
          <dgm:bulletEnabled/>
        </dgm:presLayoutVars>
      </dgm:prSet>
      <dgm:spPr/>
    </dgm:pt>
    <dgm:pt modelId="{EF058796-EE83-44AC-943F-0BB718DB351F}" type="pres">
      <dgm:prSet presAssocID="{CC693044-FF39-4D89-98B8-BB7CE4520578}" presName="sp" presStyleCnt="0"/>
      <dgm:spPr/>
    </dgm:pt>
    <dgm:pt modelId="{F15A6309-1595-4F2C-B61F-BA8FB7FC51AC}" type="pres">
      <dgm:prSet presAssocID="{FDCAF882-6DAB-4A5D-BAE2-0F9C666CB52F}" presName="linNode" presStyleCnt="0"/>
      <dgm:spPr/>
    </dgm:pt>
    <dgm:pt modelId="{0FA4895F-4C8C-47AB-9ADF-B4B9E7808DEB}" type="pres">
      <dgm:prSet presAssocID="{FDCAF882-6DAB-4A5D-BAE2-0F9C666CB52F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D9387544-481B-4DB6-BC3F-A0ABAE5AE5D0}" type="pres">
      <dgm:prSet presAssocID="{FDCAF882-6DAB-4A5D-BAE2-0F9C666CB52F}" presName="descendantText" presStyleLbl="alignNode1" presStyleIdx="1" presStyleCnt="4">
        <dgm:presLayoutVars>
          <dgm:bulletEnabled/>
        </dgm:presLayoutVars>
      </dgm:prSet>
      <dgm:spPr/>
    </dgm:pt>
    <dgm:pt modelId="{924F5DA6-2DC0-478C-80AB-016A4E3B4EAE}" type="pres">
      <dgm:prSet presAssocID="{7AA3E954-9FE5-402F-B626-8B87257AE9E6}" presName="sp" presStyleCnt="0"/>
      <dgm:spPr/>
    </dgm:pt>
    <dgm:pt modelId="{A81BA793-C37C-48AA-8EC1-3729E0B39082}" type="pres">
      <dgm:prSet presAssocID="{1CFBF917-1804-40EA-8DF3-24843813BE19}" presName="linNode" presStyleCnt="0"/>
      <dgm:spPr/>
    </dgm:pt>
    <dgm:pt modelId="{03765689-26F3-46D0-BAB9-5AC74619269A}" type="pres">
      <dgm:prSet presAssocID="{1CFBF917-1804-40EA-8DF3-24843813BE19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8557A1D1-87F3-406F-86EA-3517A4CD0F13}" type="pres">
      <dgm:prSet presAssocID="{1CFBF917-1804-40EA-8DF3-24843813BE19}" presName="descendantText" presStyleLbl="alignNode1" presStyleIdx="2" presStyleCnt="4">
        <dgm:presLayoutVars>
          <dgm:bulletEnabled/>
        </dgm:presLayoutVars>
      </dgm:prSet>
      <dgm:spPr/>
    </dgm:pt>
    <dgm:pt modelId="{84ED5354-7986-4394-823E-B2225A426A2A}" type="pres">
      <dgm:prSet presAssocID="{FCFE8329-AE03-41DF-9C42-7557376AC1E6}" presName="sp" presStyleCnt="0"/>
      <dgm:spPr/>
    </dgm:pt>
    <dgm:pt modelId="{5A6695E5-E697-4ABA-9E4A-8869B5B21961}" type="pres">
      <dgm:prSet presAssocID="{959BC654-963C-4EB6-9B9F-88DD7F03F09C}" presName="linNode" presStyleCnt="0"/>
      <dgm:spPr/>
    </dgm:pt>
    <dgm:pt modelId="{A2B1BB1B-0038-40C3-BB18-F60642138D3A}" type="pres">
      <dgm:prSet presAssocID="{959BC654-963C-4EB6-9B9F-88DD7F03F09C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6C77F13B-2CAD-417A-B653-2549547C240C}" type="pres">
      <dgm:prSet presAssocID="{959BC654-963C-4EB6-9B9F-88DD7F03F09C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92A0372A-056E-409B-B7E6-F36980788CA6}" srcId="{7B52D089-D938-4218-8D9E-BCC91F1EACE0}" destId="{1CFBF917-1804-40EA-8DF3-24843813BE19}" srcOrd="2" destOrd="0" parTransId="{E199931A-A746-474C-9003-DA332B52ACF5}" sibTransId="{FCFE8329-AE03-41DF-9C42-7557376AC1E6}"/>
    <dgm:cxn modelId="{DB350635-0933-4F4B-B1B2-7B38A19A85E5}" type="presOf" srcId="{FDCAF882-6DAB-4A5D-BAE2-0F9C666CB52F}" destId="{0FA4895F-4C8C-47AB-9ADF-B4B9E7808DEB}" srcOrd="0" destOrd="0" presId="urn:microsoft.com/office/officeart/2016/7/layout/VerticalHollowActionList"/>
    <dgm:cxn modelId="{F23A0862-CF67-4400-A357-4DA308FBF1E6}" srcId="{7B52D089-D938-4218-8D9E-BCC91F1EACE0}" destId="{FDCAF882-6DAB-4A5D-BAE2-0F9C666CB52F}" srcOrd="1" destOrd="0" parTransId="{63ED54FB-662A-4614-9E86-92400A965079}" sibTransId="{7AA3E954-9FE5-402F-B626-8B87257AE9E6}"/>
    <dgm:cxn modelId="{93AC7042-551E-4A67-B73D-3F810A770A2C}" srcId="{1CFBF917-1804-40EA-8DF3-24843813BE19}" destId="{AF75B240-25B9-47D9-ABBF-D565DB12D504}" srcOrd="0" destOrd="0" parTransId="{54F8E426-02C7-4629-9773-B5B8B1E3CFFD}" sibTransId="{09C03E5F-D49A-476E-A81D-055187BB1F32}"/>
    <dgm:cxn modelId="{0A434F56-26DF-4D91-87BF-4D93AFC79289}" type="presOf" srcId="{9BB63061-9D2B-4B34-BAE8-C717060C7069}" destId="{D9862E9B-D15D-4F52-97AE-B2E22793A8FB}" srcOrd="0" destOrd="0" presId="urn:microsoft.com/office/officeart/2016/7/layout/VerticalHollowActionList"/>
    <dgm:cxn modelId="{0B5E8777-61F9-41F5-AFD4-2FAFF141C841}" srcId="{959BC654-963C-4EB6-9B9F-88DD7F03F09C}" destId="{914A1E5D-E034-43F1-BC61-98A147F3A764}" srcOrd="0" destOrd="0" parTransId="{E1408151-D69D-45C7-A89E-422CE5342BDA}" sibTransId="{2521C622-D026-4123-AC57-E3CC9E7E5727}"/>
    <dgm:cxn modelId="{66443E93-42D7-42CE-B7C9-6AC0112350E2}" srcId="{9BB63061-9D2B-4B34-BAE8-C717060C7069}" destId="{0C1FA523-6C64-4EF2-BE41-4C58692FF61E}" srcOrd="0" destOrd="0" parTransId="{CD73A2D5-E296-4F9A-90F1-C8008FDB6A49}" sibTransId="{BCF87B72-7077-411D-92A3-C1EA82ED22DC}"/>
    <dgm:cxn modelId="{7F696799-7476-42C6-9B9B-2C253730529C}" srcId="{FDCAF882-6DAB-4A5D-BAE2-0F9C666CB52F}" destId="{7AD31725-A702-4C01-8BD9-93A1E297DCB9}" srcOrd="0" destOrd="0" parTransId="{094FF9AF-8385-42B8-AE51-63F53F366914}" sibTransId="{7BCB4302-8449-4EA3-A9C6-5BC5AD2D09E0}"/>
    <dgm:cxn modelId="{BD2461B9-3E14-46BB-9BAC-C83250A4C0E2}" type="presOf" srcId="{7B52D089-D938-4218-8D9E-BCC91F1EACE0}" destId="{129ADE12-1FB4-4D6D-A202-5D896A2A6934}" srcOrd="0" destOrd="0" presId="urn:microsoft.com/office/officeart/2016/7/layout/VerticalHollowActionList"/>
    <dgm:cxn modelId="{C5E187B9-B9DA-4FB8-AA0C-0035FBC25647}" type="presOf" srcId="{1CFBF917-1804-40EA-8DF3-24843813BE19}" destId="{03765689-26F3-46D0-BAB9-5AC74619269A}" srcOrd="0" destOrd="0" presId="urn:microsoft.com/office/officeart/2016/7/layout/VerticalHollowActionList"/>
    <dgm:cxn modelId="{CB80FDC0-182E-4D4E-9C0F-3BB81747E10C}" type="presOf" srcId="{AF75B240-25B9-47D9-ABBF-D565DB12D504}" destId="{8557A1D1-87F3-406F-86EA-3517A4CD0F13}" srcOrd="0" destOrd="0" presId="urn:microsoft.com/office/officeart/2016/7/layout/VerticalHollowActionList"/>
    <dgm:cxn modelId="{1647E4C1-FEF9-49FA-A9A6-0D23D58181B5}" type="presOf" srcId="{0C1FA523-6C64-4EF2-BE41-4C58692FF61E}" destId="{2D4F4BAE-821D-48BC-8410-B0932777FE41}" srcOrd="0" destOrd="0" presId="urn:microsoft.com/office/officeart/2016/7/layout/VerticalHollowActionList"/>
    <dgm:cxn modelId="{9E87DFC9-5E87-44BD-931D-E223D645B29F}" type="presOf" srcId="{7AD31725-A702-4C01-8BD9-93A1E297DCB9}" destId="{D9387544-481B-4DB6-BC3F-A0ABAE5AE5D0}" srcOrd="0" destOrd="0" presId="urn:microsoft.com/office/officeart/2016/7/layout/VerticalHollowActionList"/>
    <dgm:cxn modelId="{F3E421CB-D7CC-482B-BB19-A5891DB5AF8D}" type="presOf" srcId="{914A1E5D-E034-43F1-BC61-98A147F3A764}" destId="{6C77F13B-2CAD-417A-B653-2549547C240C}" srcOrd="0" destOrd="0" presId="urn:microsoft.com/office/officeart/2016/7/layout/VerticalHollowActionList"/>
    <dgm:cxn modelId="{30D474DF-0319-40D7-A3AB-B6773C84B831}" type="presOf" srcId="{959BC654-963C-4EB6-9B9F-88DD7F03F09C}" destId="{A2B1BB1B-0038-40C3-BB18-F60642138D3A}" srcOrd="0" destOrd="0" presId="urn:microsoft.com/office/officeart/2016/7/layout/VerticalHollowActionList"/>
    <dgm:cxn modelId="{4DA1E2EC-8395-40CC-A47C-D04C601F96AD}" srcId="{7B52D089-D938-4218-8D9E-BCC91F1EACE0}" destId="{959BC654-963C-4EB6-9B9F-88DD7F03F09C}" srcOrd="3" destOrd="0" parTransId="{5388CF1C-D33B-414F-9D2E-F8E4727F22B8}" sibTransId="{7FD6CCB9-D9FB-416B-82C4-67E5653D46E9}"/>
    <dgm:cxn modelId="{1E921EF8-B2FD-4E35-B811-FC8C52F42B00}" srcId="{7B52D089-D938-4218-8D9E-BCC91F1EACE0}" destId="{9BB63061-9D2B-4B34-BAE8-C717060C7069}" srcOrd="0" destOrd="0" parTransId="{69398611-B75F-4230-BA38-5E87CA0E085F}" sibTransId="{CC693044-FF39-4D89-98B8-BB7CE4520578}"/>
    <dgm:cxn modelId="{2F48A144-E3FD-47FB-9E3C-7DA419C3F915}" type="presParOf" srcId="{129ADE12-1FB4-4D6D-A202-5D896A2A6934}" destId="{6B778C88-8971-40A7-B8CC-57803AFE8558}" srcOrd="0" destOrd="0" presId="urn:microsoft.com/office/officeart/2016/7/layout/VerticalHollowActionList"/>
    <dgm:cxn modelId="{6434664F-9C98-4609-B25F-2FA95D9CD21D}" type="presParOf" srcId="{6B778C88-8971-40A7-B8CC-57803AFE8558}" destId="{D9862E9B-D15D-4F52-97AE-B2E22793A8FB}" srcOrd="0" destOrd="0" presId="urn:microsoft.com/office/officeart/2016/7/layout/VerticalHollowActionList"/>
    <dgm:cxn modelId="{512F035F-FCDC-4E21-B37E-10317C0D82D1}" type="presParOf" srcId="{6B778C88-8971-40A7-B8CC-57803AFE8558}" destId="{2D4F4BAE-821D-48BC-8410-B0932777FE41}" srcOrd="1" destOrd="0" presId="urn:microsoft.com/office/officeart/2016/7/layout/VerticalHollowActionList"/>
    <dgm:cxn modelId="{AC1677A4-860F-4E22-B62E-0B0C010506A1}" type="presParOf" srcId="{129ADE12-1FB4-4D6D-A202-5D896A2A6934}" destId="{EF058796-EE83-44AC-943F-0BB718DB351F}" srcOrd="1" destOrd="0" presId="urn:microsoft.com/office/officeart/2016/7/layout/VerticalHollowActionList"/>
    <dgm:cxn modelId="{BCD58FD4-5DD0-499F-8CC3-F90D630B45F6}" type="presParOf" srcId="{129ADE12-1FB4-4D6D-A202-5D896A2A6934}" destId="{F15A6309-1595-4F2C-B61F-BA8FB7FC51AC}" srcOrd="2" destOrd="0" presId="urn:microsoft.com/office/officeart/2016/7/layout/VerticalHollowActionList"/>
    <dgm:cxn modelId="{663A8598-1EC0-4325-85AC-0003FD21F4FB}" type="presParOf" srcId="{F15A6309-1595-4F2C-B61F-BA8FB7FC51AC}" destId="{0FA4895F-4C8C-47AB-9ADF-B4B9E7808DEB}" srcOrd="0" destOrd="0" presId="urn:microsoft.com/office/officeart/2016/7/layout/VerticalHollowActionList"/>
    <dgm:cxn modelId="{0518B652-9CAD-46C4-AD27-B42D7FFE262C}" type="presParOf" srcId="{F15A6309-1595-4F2C-B61F-BA8FB7FC51AC}" destId="{D9387544-481B-4DB6-BC3F-A0ABAE5AE5D0}" srcOrd="1" destOrd="0" presId="urn:microsoft.com/office/officeart/2016/7/layout/VerticalHollowActionList"/>
    <dgm:cxn modelId="{688A79A0-97F5-43D5-96D2-951050F3CAF1}" type="presParOf" srcId="{129ADE12-1FB4-4D6D-A202-5D896A2A6934}" destId="{924F5DA6-2DC0-478C-80AB-016A4E3B4EAE}" srcOrd="3" destOrd="0" presId="urn:microsoft.com/office/officeart/2016/7/layout/VerticalHollowActionList"/>
    <dgm:cxn modelId="{10EA5787-E0C4-4BD1-B376-97A50F600379}" type="presParOf" srcId="{129ADE12-1FB4-4D6D-A202-5D896A2A6934}" destId="{A81BA793-C37C-48AA-8EC1-3729E0B39082}" srcOrd="4" destOrd="0" presId="urn:microsoft.com/office/officeart/2016/7/layout/VerticalHollowActionList"/>
    <dgm:cxn modelId="{9640EBC8-7963-4213-9FE7-301A97916F9C}" type="presParOf" srcId="{A81BA793-C37C-48AA-8EC1-3729E0B39082}" destId="{03765689-26F3-46D0-BAB9-5AC74619269A}" srcOrd="0" destOrd="0" presId="urn:microsoft.com/office/officeart/2016/7/layout/VerticalHollowActionList"/>
    <dgm:cxn modelId="{41B95CCF-DC9E-4821-9D0E-F01C8AE61C74}" type="presParOf" srcId="{A81BA793-C37C-48AA-8EC1-3729E0B39082}" destId="{8557A1D1-87F3-406F-86EA-3517A4CD0F13}" srcOrd="1" destOrd="0" presId="urn:microsoft.com/office/officeart/2016/7/layout/VerticalHollowActionList"/>
    <dgm:cxn modelId="{37A8FA89-E3BA-42BA-A15B-BF02FDB7DBCF}" type="presParOf" srcId="{129ADE12-1FB4-4D6D-A202-5D896A2A6934}" destId="{84ED5354-7986-4394-823E-B2225A426A2A}" srcOrd="5" destOrd="0" presId="urn:microsoft.com/office/officeart/2016/7/layout/VerticalHollowActionList"/>
    <dgm:cxn modelId="{E9D79352-7F49-474B-8801-0E6BFC507BBE}" type="presParOf" srcId="{129ADE12-1FB4-4D6D-A202-5D896A2A6934}" destId="{5A6695E5-E697-4ABA-9E4A-8869B5B21961}" srcOrd="6" destOrd="0" presId="urn:microsoft.com/office/officeart/2016/7/layout/VerticalHollowActionList"/>
    <dgm:cxn modelId="{09727C63-7AC4-4361-B6F8-4FC07F9542BA}" type="presParOf" srcId="{5A6695E5-E697-4ABA-9E4A-8869B5B21961}" destId="{A2B1BB1B-0038-40C3-BB18-F60642138D3A}" srcOrd="0" destOrd="0" presId="urn:microsoft.com/office/officeart/2016/7/layout/VerticalHollowActionList"/>
    <dgm:cxn modelId="{F374DFB9-38A0-411C-A53A-6DFFF6483E2F}" type="presParOf" srcId="{5A6695E5-E697-4ABA-9E4A-8869B5B21961}" destId="{6C77F13B-2CAD-417A-B653-2549547C240C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BC4561-76FD-40BC-AE6B-CF32DF0D07CD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D92A19-F4BD-4D80-BDE4-50B8DC9B2F11}">
      <dgm:prSet/>
      <dgm:spPr/>
      <dgm:t>
        <a:bodyPr/>
        <a:lstStyle/>
        <a:p>
          <a:r>
            <a:rPr lang="en-US"/>
            <a:t>Active listening</a:t>
          </a:r>
        </a:p>
      </dgm:t>
    </dgm:pt>
    <dgm:pt modelId="{E91D2543-AB27-4725-B7BF-928726983B41}" type="parTrans" cxnId="{7F9F404A-C491-4B4F-B7A1-7783FCC0B4AE}">
      <dgm:prSet/>
      <dgm:spPr/>
      <dgm:t>
        <a:bodyPr/>
        <a:lstStyle/>
        <a:p>
          <a:endParaRPr lang="en-US"/>
        </a:p>
      </dgm:t>
    </dgm:pt>
    <dgm:pt modelId="{3EF67F57-1B60-41E7-BF01-F28E2065B988}" type="sibTrans" cxnId="{7F9F404A-C491-4B4F-B7A1-7783FCC0B4AE}">
      <dgm:prSet/>
      <dgm:spPr/>
      <dgm:t>
        <a:bodyPr/>
        <a:lstStyle/>
        <a:p>
          <a:endParaRPr lang="en-US"/>
        </a:p>
      </dgm:t>
    </dgm:pt>
    <dgm:pt modelId="{A5BA64B6-21BA-4544-A2F0-E693F9280B5E}">
      <dgm:prSet/>
      <dgm:spPr/>
      <dgm:t>
        <a:bodyPr/>
        <a:lstStyle/>
        <a:p>
          <a:r>
            <a:rPr lang="en-US"/>
            <a:t>Clear verbal communication</a:t>
          </a:r>
        </a:p>
      </dgm:t>
    </dgm:pt>
    <dgm:pt modelId="{31C07AEA-6C0C-4D5F-90DA-1B7E318C0F9E}" type="parTrans" cxnId="{6013C876-DC9A-477A-8F17-C357CB454088}">
      <dgm:prSet/>
      <dgm:spPr/>
      <dgm:t>
        <a:bodyPr/>
        <a:lstStyle/>
        <a:p>
          <a:endParaRPr lang="en-US"/>
        </a:p>
      </dgm:t>
    </dgm:pt>
    <dgm:pt modelId="{ECE7739E-565A-4333-B980-CD8D0AF2B084}" type="sibTrans" cxnId="{6013C876-DC9A-477A-8F17-C357CB454088}">
      <dgm:prSet/>
      <dgm:spPr/>
      <dgm:t>
        <a:bodyPr/>
        <a:lstStyle/>
        <a:p>
          <a:endParaRPr lang="en-US"/>
        </a:p>
      </dgm:t>
    </dgm:pt>
    <dgm:pt modelId="{909DDB63-79F6-48A9-BE0A-D916A343ABE1}">
      <dgm:prSet/>
      <dgm:spPr/>
      <dgm:t>
        <a:bodyPr/>
        <a:lstStyle/>
        <a:p>
          <a:r>
            <a:rPr lang="en-US"/>
            <a:t>Professional emails</a:t>
          </a:r>
        </a:p>
      </dgm:t>
    </dgm:pt>
    <dgm:pt modelId="{A0325161-FEFD-46DD-B2D9-7B34FF9D0EB0}" type="parTrans" cxnId="{05341CEA-8A09-44EC-ADEE-12A11257438B}">
      <dgm:prSet/>
      <dgm:spPr/>
      <dgm:t>
        <a:bodyPr/>
        <a:lstStyle/>
        <a:p>
          <a:endParaRPr lang="en-US"/>
        </a:p>
      </dgm:t>
    </dgm:pt>
    <dgm:pt modelId="{B372DB1C-AEF1-468B-B1CC-7AC153530D2D}" type="sibTrans" cxnId="{05341CEA-8A09-44EC-ADEE-12A11257438B}">
      <dgm:prSet/>
      <dgm:spPr/>
      <dgm:t>
        <a:bodyPr/>
        <a:lstStyle/>
        <a:p>
          <a:endParaRPr lang="en-US"/>
        </a:p>
      </dgm:t>
    </dgm:pt>
    <dgm:pt modelId="{284E77C6-4CD2-4D89-B6CE-9265B49FAF2E}">
      <dgm:prSet/>
      <dgm:spPr/>
      <dgm:t>
        <a:bodyPr/>
        <a:lstStyle/>
        <a:p>
          <a:r>
            <a:rPr lang="en-US"/>
            <a:t>Positive body language</a:t>
          </a:r>
        </a:p>
      </dgm:t>
    </dgm:pt>
    <dgm:pt modelId="{7C77487D-E355-45E7-83D0-2392B93BDBA6}" type="parTrans" cxnId="{FE5547CB-0122-4033-9641-8A2028B1CC59}">
      <dgm:prSet/>
      <dgm:spPr/>
      <dgm:t>
        <a:bodyPr/>
        <a:lstStyle/>
        <a:p>
          <a:endParaRPr lang="en-US"/>
        </a:p>
      </dgm:t>
    </dgm:pt>
    <dgm:pt modelId="{73BE85D1-C3C6-4CD2-BD5D-2339D3F00D42}" type="sibTrans" cxnId="{FE5547CB-0122-4033-9641-8A2028B1CC59}">
      <dgm:prSet/>
      <dgm:spPr/>
      <dgm:t>
        <a:bodyPr/>
        <a:lstStyle/>
        <a:p>
          <a:endParaRPr lang="en-US"/>
        </a:p>
      </dgm:t>
    </dgm:pt>
    <dgm:pt modelId="{E04FDA21-A438-489A-B684-37255BF7687D}" type="pres">
      <dgm:prSet presAssocID="{28BC4561-76FD-40BC-AE6B-CF32DF0D07CD}" presName="diagram" presStyleCnt="0">
        <dgm:presLayoutVars>
          <dgm:dir/>
          <dgm:resizeHandles val="exact"/>
        </dgm:presLayoutVars>
      </dgm:prSet>
      <dgm:spPr/>
    </dgm:pt>
    <dgm:pt modelId="{B396F5AC-9FCD-4731-A4A1-53CA6CFA7350}" type="pres">
      <dgm:prSet presAssocID="{9CD92A19-F4BD-4D80-BDE4-50B8DC9B2F11}" presName="node" presStyleLbl="node1" presStyleIdx="0" presStyleCnt="4">
        <dgm:presLayoutVars>
          <dgm:bulletEnabled val="1"/>
        </dgm:presLayoutVars>
      </dgm:prSet>
      <dgm:spPr/>
    </dgm:pt>
    <dgm:pt modelId="{5396AD2F-870D-4D1A-8D19-251029E9CA63}" type="pres">
      <dgm:prSet presAssocID="{3EF67F57-1B60-41E7-BF01-F28E2065B988}" presName="sibTrans" presStyleLbl="sibTrans2D1" presStyleIdx="0" presStyleCnt="3"/>
      <dgm:spPr/>
    </dgm:pt>
    <dgm:pt modelId="{071555BB-62B1-47A4-9890-387707440CAE}" type="pres">
      <dgm:prSet presAssocID="{3EF67F57-1B60-41E7-BF01-F28E2065B988}" presName="connectorText" presStyleLbl="sibTrans2D1" presStyleIdx="0" presStyleCnt="3"/>
      <dgm:spPr/>
    </dgm:pt>
    <dgm:pt modelId="{7EDF02E8-31F0-4D0B-A1D2-8629B8EBA547}" type="pres">
      <dgm:prSet presAssocID="{A5BA64B6-21BA-4544-A2F0-E693F9280B5E}" presName="node" presStyleLbl="node1" presStyleIdx="1" presStyleCnt="4">
        <dgm:presLayoutVars>
          <dgm:bulletEnabled val="1"/>
        </dgm:presLayoutVars>
      </dgm:prSet>
      <dgm:spPr/>
    </dgm:pt>
    <dgm:pt modelId="{8154F076-9115-4AE0-89DC-7BEDF2E2E808}" type="pres">
      <dgm:prSet presAssocID="{ECE7739E-565A-4333-B980-CD8D0AF2B084}" presName="sibTrans" presStyleLbl="sibTrans2D1" presStyleIdx="1" presStyleCnt="3"/>
      <dgm:spPr/>
    </dgm:pt>
    <dgm:pt modelId="{93FD73CD-12E4-4312-B006-51E7CE491B7D}" type="pres">
      <dgm:prSet presAssocID="{ECE7739E-565A-4333-B980-CD8D0AF2B084}" presName="connectorText" presStyleLbl="sibTrans2D1" presStyleIdx="1" presStyleCnt="3"/>
      <dgm:spPr/>
    </dgm:pt>
    <dgm:pt modelId="{E01C96B8-B87D-496A-B9AC-DB3ABE1ABFAB}" type="pres">
      <dgm:prSet presAssocID="{909DDB63-79F6-48A9-BE0A-D916A343ABE1}" presName="node" presStyleLbl="node1" presStyleIdx="2" presStyleCnt="4">
        <dgm:presLayoutVars>
          <dgm:bulletEnabled val="1"/>
        </dgm:presLayoutVars>
      </dgm:prSet>
      <dgm:spPr/>
    </dgm:pt>
    <dgm:pt modelId="{48F88F34-7FE2-4A29-8D9B-8EAF570C7663}" type="pres">
      <dgm:prSet presAssocID="{B372DB1C-AEF1-468B-B1CC-7AC153530D2D}" presName="sibTrans" presStyleLbl="sibTrans2D1" presStyleIdx="2" presStyleCnt="3"/>
      <dgm:spPr/>
    </dgm:pt>
    <dgm:pt modelId="{93EEFF09-15DF-4359-BE22-58B16D645046}" type="pres">
      <dgm:prSet presAssocID="{B372DB1C-AEF1-468B-B1CC-7AC153530D2D}" presName="connectorText" presStyleLbl="sibTrans2D1" presStyleIdx="2" presStyleCnt="3"/>
      <dgm:spPr/>
    </dgm:pt>
    <dgm:pt modelId="{719BC53C-C5F8-44DE-9A95-B24714D2AD73}" type="pres">
      <dgm:prSet presAssocID="{284E77C6-4CD2-4D89-B6CE-9265B49FAF2E}" presName="node" presStyleLbl="node1" presStyleIdx="3" presStyleCnt="4">
        <dgm:presLayoutVars>
          <dgm:bulletEnabled val="1"/>
        </dgm:presLayoutVars>
      </dgm:prSet>
      <dgm:spPr/>
    </dgm:pt>
  </dgm:ptLst>
  <dgm:cxnLst>
    <dgm:cxn modelId="{9BE37634-2A92-4FCE-93AB-193C2815C493}" type="presOf" srcId="{3EF67F57-1B60-41E7-BF01-F28E2065B988}" destId="{5396AD2F-870D-4D1A-8D19-251029E9CA63}" srcOrd="0" destOrd="0" presId="urn:microsoft.com/office/officeart/2005/8/layout/process5"/>
    <dgm:cxn modelId="{4B194E3A-DAD1-4120-B135-EEA3702AC7EA}" type="presOf" srcId="{28BC4561-76FD-40BC-AE6B-CF32DF0D07CD}" destId="{E04FDA21-A438-489A-B684-37255BF7687D}" srcOrd="0" destOrd="0" presId="urn:microsoft.com/office/officeart/2005/8/layout/process5"/>
    <dgm:cxn modelId="{7F9F404A-C491-4B4F-B7A1-7783FCC0B4AE}" srcId="{28BC4561-76FD-40BC-AE6B-CF32DF0D07CD}" destId="{9CD92A19-F4BD-4D80-BDE4-50B8DC9B2F11}" srcOrd="0" destOrd="0" parTransId="{E91D2543-AB27-4725-B7BF-928726983B41}" sibTransId="{3EF67F57-1B60-41E7-BF01-F28E2065B988}"/>
    <dgm:cxn modelId="{AD26E56C-F17C-4CFF-9149-9215A7184264}" type="presOf" srcId="{3EF67F57-1B60-41E7-BF01-F28E2065B988}" destId="{071555BB-62B1-47A4-9890-387707440CAE}" srcOrd="1" destOrd="0" presId="urn:microsoft.com/office/officeart/2005/8/layout/process5"/>
    <dgm:cxn modelId="{6013C876-DC9A-477A-8F17-C357CB454088}" srcId="{28BC4561-76FD-40BC-AE6B-CF32DF0D07CD}" destId="{A5BA64B6-21BA-4544-A2F0-E693F9280B5E}" srcOrd="1" destOrd="0" parTransId="{31C07AEA-6C0C-4D5F-90DA-1B7E318C0F9E}" sibTransId="{ECE7739E-565A-4333-B980-CD8D0AF2B084}"/>
    <dgm:cxn modelId="{56CC0D59-DBF6-4F45-929A-6566ED4C45E9}" type="presOf" srcId="{A5BA64B6-21BA-4544-A2F0-E693F9280B5E}" destId="{7EDF02E8-31F0-4D0B-A1D2-8629B8EBA547}" srcOrd="0" destOrd="0" presId="urn:microsoft.com/office/officeart/2005/8/layout/process5"/>
    <dgm:cxn modelId="{6D472190-E716-4029-BD5F-DD7535F70B94}" type="presOf" srcId="{ECE7739E-565A-4333-B980-CD8D0AF2B084}" destId="{93FD73CD-12E4-4312-B006-51E7CE491B7D}" srcOrd="1" destOrd="0" presId="urn:microsoft.com/office/officeart/2005/8/layout/process5"/>
    <dgm:cxn modelId="{A80C6E9B-4D8D-4327-BAFD-A78529A7C791}" type="presOf" srcId="{ECE7739E-565A-4333-B980-CD8D0AF2B084}" destId="{8154F076-9115-4AE0-89DC-7BEDF2E2E808}" srcOrd="0" destOrd="0" presId="urn:microsoft.com/office/officeart/2005/8/layout/process5"/>
    <dgm:cxn modelId="{6F4E4B9D-AE20-48FB-9476-9B72BBFE7DBE}" type="presOf" srcId="{9CD92A19-F4BD-4D80-BDE4-50B8DC9B2F11}" destId="{B396F5AC-9FCD-4731-A4A1-53CA6CFA7350}" srcOrd="0" destOrd="0" presId="urn:microsoft.com/office/officeart/2005/8/layout/process5"/>
    <dgm:cxn modelId="{3C2CE19E-0CED-4CC0-913C-944775BCE4A5}" type="presOf" srcId="{B372DB1C-AEF1-468B-B1CC-7AC153530D2D}" destId="{48F88F34-7FE2-4A29-8D9B-8EAF570C7663}" srcOrd="0" destOrd="0" presId="urn:microsoft.com/office/officeart/2005/8/layout/process5"/>
    <dgm:cxn modelId="{F1CDAFB5-2B9B-4B25-AC01-FD614D6F48C3}" type="presOf" srcId="{909DDB63-79F6-48A9-BE0A-D916A343ABE1}" destId="{E01C96B8-B87D-496A-B9AC-DB3ABE1ABFAB}" srcOrd="0" destOrd="0" presId="urn:microsoft.com/office/officeart/2005/8/layout/process5"/>
    <dgm:cxn modelId="{B2290FC6-D42B-4685-BAE3-EFDA8E6A1962}" type="presOf" srcId="{B372DB1C-AEF1-468B-B1CC-7AC153530D2D}" destId="{93EEFF09-15DF-4359-BE22-58B16D645046}" srcOrd="1" destOrd="0" presId="urn:microsoft.com/office/officeart/2005/8/layout/process5"/>
    <dgm:cxn modelId="{FE5547CB-0122-4033-9641-8A2028B1CC59}" srcId="{28BC4561-76FD-40BC-AE6B-CF32DF0D07CD}" destId="{284E77C6-4CD2-4D89-B6CE-9265B49FAF2E}" srcOrd="3" destOrd="0" parTransId="{7C77487D-E355-45E7-83D0-2392B93BDBA6}" sibTransId="{73BE85D1-C3C6-4CD2-BD5D-2339D3F00D42}"/>
    <dgm:cxn modelId="{05341CEA-8A09-44EC-ADEE-12A11257438B}" srcId="{28BC4561-76FD-40BC-AE6B-CF32DF0D07CD}" destId="{909DDB63-79F6-48A9-BE0A-D916A343ABE1}" srcOrd="2" destOrd="0" parTransId="{A0325161-FEFD-46DD-B2D9-7B34FF9D0EB0}" sibTransId="{B372DB1C-AEF1-468B-B1CC-7AC153530D2D}"/>
    <dgm:cxn modelId="{58AF68EB-5AC0-4655-BBB6-2530E5CFAA1A}" type="presOf" srcId="{284E77C6-4CD2-4D89-B6CE-9265B49FAF2E}" destId="{719BC53C-C5F8-44DE-9A95-B24714D2AD73}" srcOrd="0" destOrd="0" presId="urn:microsoft.com/office/officeart/2005/8/layout/process5"/>
    <dgm:cxn modelId="{526F76F4-E1BB-4D08-A2E9-E91D6BD6C15D}" type="presParOf" srcId="{E04FDA21-A438-489A-B684-37255BF7687D}" destId="{B396F5AC-9FCD-4731-A4A1-53CA6CFA7350}" srcOrd="0" destOrd="0" presId="urn:microsoft.com/office/officeart/2005/8/layout/process5"/>
    <dgm:cxn modelId="{AB9A972F-D8ED-4614-9944-9910B2BE06FE}" type="presParOf" srcId="{E04FDA21-A438-489A-B684-37255BF7687D}" destId="{5396AD2F-870D-4D1A-8D19-251029E9CA63}" srcOrd="1" destOrd="0" presId="urn:microsoft.com/office/officeart/2005/8/layout/process5"/>
    <dgm:cxn modelId="{F2084026-B9BA-4946-B816-35C2EBC0FE1E}" type="presParOf" srcId="{5396AD2F-870D-4D1A-8D19-251029E9CA63}" destId="{071555BB-62B1-47A4-9890-387707440CAE}" srcOrd="0" destOrd="0" presId="urn:microsoft.com/office/officeart/2005/8/layout/process5"/>
    <dgm:cxn modelId="{3D84A22F-0864-450F-AFCD-FD3C19F2BCF6}" type="presParOf" srcId="{E04FDA21-A438-489A-B684-37255BF7687D}" destId="{7EDF02E8-31F0-4D0B-A1D2-8629B8EBA547}" srcOrd="2" destOrd="0" presId="urn:microsoft.com/office/officeart/2005/8/layout/process5"/>
    <dgm:cxn modelId="{99A92AAB-D897-4C5A-890F-553B915843EF}" type="presParOf" srcId="{E04FDA21-A438-489A-B684-37255BF7687D}" destId="{8154F076-9115-4AE0-89DC-7BEDF2E2E808}" srcOrd="3" destOrd="0" presId="urn:microsoft.com/office/officeart/2005/8/layout/process5"/>
    <dgm:cxn modelId="{EE9C64BB-5E7F-4238-872B-D372885D0E37}" type="presParOf" srcId="{8154F076-9115-4AE0-89DC-7BEDF2E2E808}" destId="{93FD73CD-12E4-4312-B006-51E7CE491B7D}" srcOrd="0" destOrd="0" presId="urn:microsoft.com/office/officeart/2005/8/layout/process5"/>
    <dgm:cxn modelId="{35E7EE50-0DF9-4427-A840-F9B6A210265A}" type="presParOf" srcId="{E04FDA21-A438-489A-B684-37255BF7687D}" destId="{E01C96B8-B87D-496A-B9AC-DB3ABE1ABFAB}" srcOrd="4" destOrd="0" presId="urn:microsoft.com/office/officeart/2005/8/layout/process5"/>
    <dgm:cxn modelId="{C91E07C8-D80A-4499-9F5D-63C96D7F6A09}" type="presParOf" srcId="{E04FDA21-A438-489A-B684-37255BF7687D}" destId="{48F88F34-7FE2-4A29-8D9B-8EAF570C7663}" srcOrd="5" destOrd="0" presId="urn:microsoft.com/office/officeart/2005/8/layout/process5"/>
    <dgm:cxn modelId="{5F2D5C24-04A4-45EA-8D5B-1A522AD46CFB}" type="presParOf" srcId="{48F88F34-7FE2-4A29-8D9B-8EAF570C7663}" destId="{93EEFF09-15DF-4359-BE22-58B16D645046}" srcOrd="0" destOrd="0" presId="urn:microsoft.com/office/officeart/2005/8/layout/process5"/>
    <dgm:cxn modelId="{999B08F8-ACDA-4C5B-81A7-0C285FBECF48}" type="presParOf" srcId="{E04FDA21-A438-489A-B684-37255BF7687D}" destId="{719BC53C-C5F8-44DE-9A95-B24714D2AD7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C2DBE1-A563-424A-95AC-487FF701FE4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7A87508-9220-4FFF-94CA-33F54ED9B95A}">
      <dgm:prSet/>
      <dgm:spPr/>
      <dgm:t>
        <a:bodyPr/>
        <a:lstStyle/>
        <a:p>
          <a:pPr>
            <a:defRPr cap="all"/>
          </a:pPr>
          <a:r>
            <a:rPr lang="en-US"/>
            <a:t>Support others</a:t>
          </a:r>
        </a:p>
      </dgm:t>
    </dgm:pt>
    <dgm:pt modelId="{5195E052-CCDE-4D58-B38F-38E41A25D4CA}" type="parTrans" cxnId="{72E9C21C-14AE-40D2-A08C-FAB17B67DCF9}">
      <dgm:prSet/>
      <dgm:spPr/>
      <dgm:t>
        <a:bodyPr/>
        <a:lstStyle/>
        <a:p>
          <a:endParaRPr lang="en-US"/>
        </a:p>
      </dgm:t>
    </dgm:pt>
    <dgm:pt modelId="{18D66055-7D58-4285-8C75-73CF3C299D60}" type="sibTrans" cxnId="{72E9C21C-14AE-40D2-A08C-FAB17B67DCF9}">
      <dgm:prSet/>
      <dgm:spPr/>
      <dgm:t>
        <a:bodyPr/>
        <a:lstStyle/>
        <a:p>
          <a:endParaRPr lang="en-US"/>
        </a:p>
      </dgm:t>
    </dgm:pt>
    <dgm:pt modelId="{870E5F82-F3EC-46FA-A292-0C91BC0EBAA9}">
      <dgm:prSet/>
      <dgm:spPr/>
      <dgm:t>
        <a:bodyPr/>
        <a:lstStyle/>
        <a:p>
          <a:pPr>
            <a:defRPr cap="all"/>
          </a:pPr>
          <a:r>
            <a:rPr lang="en-US"/>
            <a:t>Respect opinions</a:t>
          </a:r>
        </a:p>
      </dgm:t>
    </dgm:pt>
    <dgm:pt modelId="{3EF5A551-39D4-4FF7-998C-271872CD6097}" type="parTrans" cxnId="{5152B3A0-2713-4EA5-ADEB-5D9DBD5998C6}">
      <dgm:prSet/>
      <dgm:spPr/>
      <dgm:t>
        <a:bodyPr/>
        <a:lstStyle/>
        <a:p>
          <a:endParaRPr lang="en-US"/>
        </a:p>
      </dgm:t>
    </dgm:pt>
    <dgm:pt modelId="{FCB05A70-2AF3-43F2-B93F-3DB5C1E57534}" type="sibTrans" cxnId="{5152B3A0-2713-4EA5-ADEB-5D9DBD5998C6}">
      <dgm:prSet/>
      <dgm:spPr/>
      <dgm:t>
        <a:bodyPr/>
        <a:lstStyle/>
        <a:p>
          <a:endParaRPr lang="en-US"/>
        </a:p>
      </dgm:t>
    </dgm:pt>
    <dgm:pt modelId="{9C0B0D0D-A5DB-424A-8F73-3A83B423DB6C}">
      <dgm:prSet/>
      <dgm:spPr/>
      <dgm:t>
        <a:bodyPr/>
        <a:lstStyle/>
        <a:p>
          <a:pPr>
            <a:defRPr cap="all"/>
          </a:pPr>
          <a:r>
            <a:rPr lang="en-US"/>
            <a:t>Work toward shared goals</a:t>
          </a:r>
        </a:p>
      </dgm:t>
    </dgm:pt>
    <dgm:pt modelId="{50860649-2EA5-4833-AEA3-CF742DB40341}" type="parTrans" cxnId="{ADF37A85-3F48-47B4-A044-7A437CF35C96}">
      <dgm:prSet/>
      <dgm:spPr/>
      <dgm:t>
        <a:bodyPr/>
        <a:lstStyle/>
        <a:p>
          <a:endParaRPr lang="en-US"/>
        </a:p>
      </dgm:t>
    </dgm:pt>
    <dgm:pt modelId="{0AD15D03-0E38-4B1B-B2BF-3A5129805CB7}" type="sibTrans" cxnId="{ADF37A85-3F48-47B4-A044-7A437CF35C96}">
      <dgm:prSet/>
      <dgm:spPr/>
      <dgm:t>
        <a:bodyPr/>
        <a:lstStyle/>
        <a:p>
          <a:endParaRPr lang="en-US"/>
        </a:p>
      </dgm:t>
    </dgm:pt>
    <dgm:pt modelId="{94C1413F-BC68-42BB-BB79-7999BB49C523}">
      <dgm:prSet/>
      <dgm:spPr/>
      <dgm:t>
        <a:bodyPr/>
        <a:lstStyle/>
        <a:p>
          <a:pPr>
            <a:defRPr cap="all"/>
          </a:pPr>
          <a:r>
            <a:rPr lang="en-US"/>
            <a:t>Solve problems together</a:t>
          </a:r>
        </a:p>
      </dgm:t>
    </dgm:pt>
    <dgm:pt modelId="{38861C4C-2980-468E-812A-A8830CE5805B}" type="parTrans" cxnId="{8BCA6645-21B7-4727-942A-4A6F4A1A0B9F}">
      <dgm:prSet/>
      <dgm:spPr/>
      <dgm:t>
        <a:bodyPr/>
        <a:lstStyle/>
        <a:p>
          <a:endParaRPr lang="en-US"/>
        </a:p>
      </dgm:t>
    </dgm:pt>
    <dgm:pt modelId="{D4C2D921-2903-4305-8F0E-0A290F555E44}" type="sibTrans" cxnId="{8BCA6645-21B7-4727-942A-4A6F4A1A0B9F}">
      <dgm:prSet/>
      <dgm:spPr/>
      <dgm:t>
        <a:bodyPr/>
        <a:lstStyle/>
        <a:p>
          <a:endParaRPr lang="en-US"/>
        </a:p>
      </dgm:t>
    </dgm:pt>
    <dgm:pt modelId="{2E3B86A5-BED6-4B52-A100-E5FFD0967E13}" type="pres">
      <dgm:prSet presAssocID="{E6C2DBE1-A563-424A-95AC-487FF701FE4F}" presName="root" presStyleCnt="0">
        <dgm:presLayoutVars>
          <dgm:dir/>
          <dgm:resizeHandles val="exact"/>
        </dgm:presLayoutVars>
      </dgm:prSet>
      <dgm:spPr/>
    </dgm:pt>
    <dgm:pt modelId="{7278C6A6-2DDA-4F20-A6D3-6C9F23E255FB}" type="pres">
      <dgm:prSet presAssocID="{07A87508-9220-4FFF-94CA-33F54ED9B95A}" presName="compNode" presStyleCnt="0"/>
      <dgm:spPr/>
    </dgm:pt>
    <dgm:pt modelId="{D67F28C0-CF8F-4000-89EB-E93E32BC7B4F}" type="pres">
      <dgm:prSet presAssocID="{07A87508-9220-4FFF-94CA-33F54ED9B95A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55304A7-1F5C-4878-897B-59A3A3F0D79A}" type="pres">
      <dgm:prSet presAssocID="{07A87508-9220-4FFF-94CA-33F54ED9B9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5E6CBF1-7D5B-4AF9-A4F8-82BAAD5758F7}" type="pres">
      <dgm:prSet presAssocID="{07A87508-9220-4FFF-94CA-33F54ED9B95A}" presName="spaceRect" presStyleCnt="0"/>
      <dgm:spPr/>
    </dgm:pt>
    <dgm:pt modelId="{4AC67665-DFA2-41E8-A98B-92C175D58924}" type="pres">
      <dgm:prSet presAssocID="{07A87508-9220-4FFF-94CA-33F54ED9B95A}" presName="textRect" presStyleLbl="revTx" presStyleIdx="0" presStyleCnt="4">
        <dgm:presLayoutVars>
          <dgm:chMax val="1"/>
          <dgm:chPref val="1"/>
        </dgm:presLayoutVars>
      </dgm:prSet>
      <dgm:spPr/>
    </dgm:pt>
    <dgm:pt modelId="{693AF32F-32D1-4DAC-B557-11C05D7920F3}" type="pres">
      <dgm:prSet presAssocID="{18D66055-7D58-4285-8C75-73CF3C299D60}" presName="sibTrans" presStyleCnt="0"/>
      <dgm:spPr/>
    </dgm:pt>
    <dgm:pt modelId="{9701F27D-9ADF-46AE-B334-5AF34F651CA3}" type="pres">
      <dgm:prSet presAssocID="{870E5F82-F3EC-46FA-A292-0C91BC0EBAA9}" presName="compNode" presStyleCnt="0"/>
      <dgm:spPr/>
    </dgm:pt>
    <dgm:pt modelId="{D6D66686-65EB-4702-9B12-EAB6CB78F7AE}" type="pres">
      <dgm:prSet presAssocID="{870E5F82-F3EC-46FA-A292-0C91BC0EBAA9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0D59A06-B74C-402B-B89B-98271AD848B5}" type="pres">
      <dgm:prSet presAssocID="{870E5F82-F3EC-46FA-A292-0C91BC0EBAA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6CBC58EB-1A6F-4032-A782-DF6A8880FEFD}" type="pres">
      <dgm:prSet presAssocID="{870E5F82-F3EC-46FA-A292-0C91BC0EBAA9}" presName="spaceRect" presStyleCnt="0"/>
      <dgm:spPr/>
    </dgm:pt>
    <dgm:pt modelId="{5C1B4073-50E5-46CB-806C-DCC0F97B9F91}" type="pres">
      <dgm:prSet presAssocID="{870E5F82-F3EC-46FA-A292-0C91BC0EBAA9}" presName="textRect" presStyleLbl="revTx" presStyleIdx="1" presStyleCnt="4">
        <dgm:presLayoutVars>
          <dgm:chMax val="1"/>
          <dgm:chPref val="1"/>
        </dgm:presLayoutVars>
      </dgm:prSet>
      <dgm:spPr/>
    </dgm:pt>
    <dgm:pt modelId="{A97B2F4F-1282-43E7-8A9E-EF8DCD2152CD}" type="pres">
      <dgm:prSet presAssocID="{FCB05A70-2AF3-43F2-B93F-3DB5C1E57534}" presName="sibTrans" presStyleCnt="0"/>
      <dgm:spPr/>
    </dgm:pt>
    <dgm:pt modelId="{3D5F81A5-8D55-4447-A4C2-1A49BE247524}" type="pres">
      <dgm:prSet presAssocID="{9C0B0D0D-A5DB-424A-8F73-3A83B423DB6C}" presName="compNode" presStyleCnt="0"/>
      <dgm:spPr/>
    </dgm:pt>
    <dgm:pt modelId="{E498E130-022F-451F-AA38-FFBE40CFF319}" type="pres">
      <dgm:prSet presAssocID="{9C0B0D0D-A5DB-424A-8F73-3A83B423DB6C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7AD243B-3965-4F68-97E1-0E98B485A5D6}" type="pres">
      <dgm:prSet presAssocID="{9C0B0D0D-A5DB-424A-8F73-3A83B423DB6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3003E23-116B-4F72-B39A-0201DF2365C9}" type="pres">
      <dgm:prSet presAssocID="{9C0B0D0D-A5DB-424A-8F73-3A83B423DB6C}" presName="spaceRect" presStyleCnt="0"/>
      <dgm:spPr/>
    </dgm:pt>
    <dgm:pt modelId="{F5DAD1A3-C95F-4E45-A040-5C7097F31A62}" type="pres">
      <dgm:prSet presAssocID="{9C0B0D0D-A5DB-424A-8F73-3A83B423DB6C}" presName="textRect" presStyleLbl="revTx" presStyleIdx="2" presStyleCnt="4">
        <dgm:presLayoutVars>
          <dgm:chMax val="1"/>
          <dgm:chPref val="1"/>
        </dgm:presLayoutVars>
      </dgm:prSet>
      <dgm:spPr/>
    </dgm:pt>
    <dgm:pt modelId="{BBB04F9E-DCA4-44BC-B67E-3CFFFE834B77}" type="pres">
      <dgm:prSet presAssocID="{0AD15D03-0E38-4B1B-B2BF-3A5129805CB7}" presName="sibTrans" presStyleCnt="0"/>
      <dgm:spPr/>
    </dgm:pt>
    <dgm:pt modelId="{771B3F69-FCCA-4AA4-8B56-166DFC495ABA}" type="pres">
      <dgm:prSet presAssocID="{94C1413F-BC68-42BB-BB79-7999BB49C523}" presName="compNode" presStyleCnt="0"/>
      <dgm:spPr/>
    </dgm:pt>
    <dgm:pt modelId="{099E1663-9205-482F-9A02-8C9FD2372662}" type="pres">
      <dgm:prSet presAssocID="{94C1413F-BC68-42BB-BB79-7999BB49C523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170DE78-DA36-4870-BB14-D8EB6A928588}" type="pres">
      <dgm:prSet presAssocID="{94C1413F-BC68-42BB-BB79-7999BB49C52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2D774E93-9B68-4F88-A73D-392BF7031450}" type="pres">
      <dgm:prSet presAssocID="{94C1413F-BC68-42BB-BB79-7999BB49C523}" presName="spaceRect" presStyleCnt="0"/>
      <dgm:spPr/>
    </dgm:pt>
    <dgm:pt modelId="{1489D904-FA7F-4B5F-9F2B-E9F472D0B65C}" type="pres">
      <dgm:prSet presAssocID="{94C1413F-BC68-42BB-BB79-7999BB49C5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5096A12-77B1-4ADE-BC32-87D20407FE71}" type="presOf" srcId="{07A87508-9220-4FFF-94CA-33F54ED9B95A}" destId="{4AC67665-DFA2-41E8-A98B-92C175D58924}" srcOrd="0" destOrd="0" presId="urn:microsoft.com/office/officeart/2018/5/layout/IconLeafLabelList"/>
    <dgm:cxn modelId="{72E9C21C-14AE-40D2-A08C-FAB17B67DCF9}" srcId="{E6C2DBE1-A563-424A-95AC-487FF701FE4F}" destId="{07A87508-9220-4FFF-94CA-33F54ED9B95A}" srcOrd="0" destOrd="0" parTransId="{5195E052-CCDE-4D58-B38F-38E41A25D4CA}" sibTransId="{18D66055-7D58-4285-8C75-73CF3C299D60}"/>
    <dgm:cxn modelId="{CB6ADB34-6056-448E-B1D1-136C70E19453}" type="presOf" srcId="{E6C2DBE1-A563-424A-95AC-487FF701FE4F}" destId="{2E3B86A5-BED6-4B52-A100-E5FFD0967E13}" srcOrd="0" destOrd="0" presId="urn:microsoft.com/office/officeart/2018/5/layout/IconLeafLabelList"/>
    <dgm:cxn modelId="{E2146636-1906-4132-B38B-6AF69691E965}" type="presOf" srcId="{9C0B0D0D-A5DB-424A-8F73-3A83B423DB6C}" destId="{F5DAD1A3-C95F-4E45-A040-5C7097F31A62}" srcOrd="0" destOrd="0" presId="urn:microsoft.com/office/officeart/2018/5/layout/IconLeafLabelList"/>
    <dgm:cxn modelId="{8BCA6645-21B7-4727-942A-4A6F4A1A0B9F}" srcId="{E6C2DBE1-A563-424A-95AC-487FF701FE4F}" destId="{94C1413F-BC68-42BB-BB79-7999BB49C523}" srcOrd="3" destOrd="0" parTransId="{38861C4C-2980-468E-812A-A8830CE5805B}" sibTransId="{D4C2D921-2903-4305-8F0E-0A290F555E44}"/>
    <dgm:cxn modelId="{9B4C4146-7061-46A2-B23C-EE50B9F117E3}" type="presOf" srcId="{94C1413F-BC68-42BB-BB79-7999BB49C523}" destId="{1489D904-FA7F-4B5F-9F2B-E9F472D0B65C}" srcOrd="0" destOrd="0" presId="urn:microsoft.com/office/officeart/2018/5/layout/IconLeafLabelList"/>
    <dgm:cxn modelId="{ADF37A85-3F48-47B4-A044-7A437CF35C96}" srcId="{E6C2DBE1-A563-424A-95AC-487FF701FE4F}" destId="{9C0B0D0D-A5DB-424A-8F73-3A83B423DB6C}" srcOrd="2" destOrd="0" parTransId="{50860649-2EA5-4833-AEA3-CF742DB40341}" sibTransId="{0AD15D03-0E38-4B1B-B2BF-3A5129805CB7}"/>
    <dgm:cxn modelId="{5152B3A0-2713-4EA5-ADEB-5D9DBD5998C6}" srcId="{E6C2DBE1-A563-424A-95AC-487FF701FE4F}" destId="{870E5F82-F3EC-46FA-A292-0C91BC0EBAA9}" srcOrd="1" destOrd="0" parTransId="{3EF5A551-39D4-4FF7-998C-271872CD6097}" sibTransId="{FCB05A70-2AF3-43F2-B93F-3DB5C1E57534}"/>
    <dgm:cxn modelId="{727EE1F3-B11B-4B08-94ED-EE3BC09598F5}" type="presOf" srcId="{870E5F82-F3EC-46FA-A292-0C91BC0EBAA9}" destId="{5C1B4073-50E5-46CB-806C-DCC0F97B9F91}" srcOrd="0" destOrd="0" presId="urn:microsoft.com/office/officeart/2018/5/layout/IconLeafLabelList"/>
    <dgm:cxn modelId="{2977219A-E005-4626-8DF3-BA4585A35BB9}" type="presParOf" srcId="{2E3B86A5-BED6-4B52-A100-E5FFD0967E13}" destId="{7278C6A6-2DDA-4F20-A6D3-6C9F23E255FB}" srcOrd="0" destOrd="0" presId="urn:microsoft.com/office/officeart/2018/5/layout/IconLeafLabelList"/>
    <dgm:cxn modelId="{20E952A9-E2D7-44A7-8C31-4869F0E76D44}" type="presParOf" srcId="{7278C6A6-2DDA-4F20-A6D3-6C9F23E255FB}" destId="{D67F28C0-CF8F-4000-89EB-E93E32BC7B4F}" srcOrd="0" destOrd="0" presId="urn:microsoft.com/office/officeart/2018/5/layout/IconLeafLabelList"/>
    <dgm:cxn modelId="{12FC4978-D6F2-4818-971D-469E5C4A9CCB}" type="presParOf" srcId="{7278C6A6-2DDA-4F20-A6D3-6C9F23E255FB}" destId="{355304A7-1F5C-4878-897B-59A3A3F0D79A}" srcOrd="1" destOrd="0" presId="urn:microsoft.com/office/officeart/2018/5/layout/IconLeafLabelList"/>
    <dgm:cxn modelId="{E7F6C863-B818-4457-B215-45257C00ECB8}" type="presParOf" srcId="{7278C6A6-2DDA-4F20-A6D3-6C9F23E255FB}" destId="{E5E6CBF1-7D5B-4AF9-A4F8-82BAAD5758F7}" srcOrd="2" destOrd="0" presId="urn:microsoft.com/office/officeart/2018/5/layout/IconLeafLabelList"/>
    <dgm:cxn modelId="{8A225200-A1E9-4121-999D-3C107D4B5C74}" type="presParOf" srcId="{7278C6A6-2DDA-4F20-A6D3-6C9F23E255FB}" destId="{4AC67665-DFA2-41E8-A98B-92C175D58924}" srcOrd="3" destOrd="0" presId="urn:microsoft.com/office/officeart/2018/5/layout/IconLeafLabelList"/>
    <dgm:cxn modelId="{40C85F7B-B190-46E5-BFD4-A11D0203FCEE}" type="presParOf" srcId="{2E3B86A5-BED6-4B52-A100-E5FFD0967E13}" destId="{693AF32F-32D1-4DAC-B557-11C05D7920F3}" srcOrd="1" destOrd="0" presId="urn:microsoft.com/office/officeart/2018/5/layout/IconLeafLabelList"/>
    <dgm:cxn modelId="{1589C13A-0F92-4405-9632-86600D0BDCD2}" type="presParOf" srcId="{2E3B86A5-BED6-4B52-A100-E5FFD0967E13}" destId="{9701F27D-9ADF-46AE-B334-5AF34F651CA3}" srcOrd="2" destOrd="0" presId="urn:microsoft.com/office/officeart/2018/5/layout/IconLeafLabelList"/>
    <dgm:cxn modelId="{B0C781B1-07A3-4093-988E-4D7FEBA14C4A}" type="presParOf" srcId="{9701F27D-9ADF-46AE-B334-5AF34F651CA3}" destId="{D6D66686-65EB-4702-9B12-EAB6CB78F7AE}" srcOrd="0" destOrd="0" presId="urn:microsoft.com/office/officeart/2018/5/layout/IconLeafLabelList"/>
    <dgm:cxn modelId="{6B12C686-911E-403E-863C-8EC8372B8A0A}" type="presParOf" srcId="{9701F27D-9ADF-46AE-B334-5AF34F651CA3}" destId="{80D59A06-B74C-402B-B89B-98271AD848B5}" srcOrd="1" destOrd="0" presId="urn:microsoft.com/office/officeart/2018/5/layout/IconLeafLabelList"/>
    <dgm:cxn modelId="{89C63ECB-D88F-456C-A778-9757FD908775}" type="presParOf" srcId="{9701F27D-9ADF-46AE-B334-5AF34F651CA3}" destId="{6CBC58EB-1A6F-4032-A782-DF6A8880FEFD}" srcOrd="2" destOrd="0" presId="urn:microsoft.com/office/officeart/2018/5/layout/IconLeafLabelList"/>
    <dgm:cxn modelId="{2FE00673-61DE-45F0-989C-056C7328B4C0}" type="presParOf" srcId="{9701F27D-9ADF-46AE-B334-5AF34F651CA3}" destId="{5C1B4073-50E5-46CB-806C-DCC0F97B9F91}" srcOrd="3" destOrd="0" presId="urn:microsoft.com/office/officeart/2018/5/layout/IconLeafLabelList"/>
    <dgm:cxn modelId="{ED458CE6-B64A-4560-B1C7-1AF6C3F06CB2}" type="presParOf" srcId="{2E3B86A5-BED6-4B52-A100-E5FFD0967E13}" destId="{A97B2F4F-1282-43E7-8A9E-EF8DCD2152CD}" srcOrd="3" destOrd="0" presId="urn:microsoft.com/office/officeart/2018/5/layout/IconLeafLabelList"/>
    <dgm:cxn modelId="{BED727E2-D2A0-4F0A-84F0-EE6937E97FA9}" type="presParOf" srcId="{2E3B86A5-BED6-4B52-A100-E5FFD0967E13}" destId="{3D5F81A5-8D55-4447-A4C2-1A49BE247524}" srcOrd="4" destOrd="0" presId="urn:microsoft.com/office/officeart/2018/5/layout/IconLeafLabelList"/>
    <dgm:cxn modelId="{38358FC1-C99A-4000-A8BA-0543153ED668}" type="presParOf" srcId="{3D5F81A5-8D55-4447-A4C2-1A49BE247524}" destId="{E498E130-022F-451F-AA38-FFBE40CFF319}" srcOrd="0" destOrd="0" presId="urn:microsoft.com/office/officeart/2018/5/layout/IconLeafLabelList"/>
    <dgm:cxn modelId="{05DEC1BA-76D8-49DD-B061-7AD19C636B70}" type="presParOf" srcId="{3D5F81A5-8D55-4447-A4C2-1A49BE247524}" destId="{67AD243B-3965-4F68-97E1-0E98B485A5D6}" srcOrd="1" destOrd="0" presId="urn:microsoft.com/office/officeart/2018/5/layout/IconLeafLabelList"/>
    <dgm:cxn modelId="{08D5BE93-32C3-4355-8DDB-108540C15CF4}" type="presParOf" srcId="{3D5F81A5-8D55-4447-A4C2-1A49BE247524}" destId="{D3003E23-116B-4F72-B39A-0201DF2365C9}" srcOrd="2" destOrd="0" presId="urn:microsoft.com/office/officeart/2018/5/layout/IconLeafLabelList"/>
    <dgm:cxn modelId="{D7CA8FD1-F534-4917-9757-CFD1AB90B2B7}" type="presParOf" srcId="{3D5F81A5-8D55-4447-A4C2-1A49BE247524}" destId="{F5DAD1A3-C95F-4E45-A040-5C7097F31A62}" srcOrd="3" destOrd="0" presId="urn:microsoft.com/office/officeart/2018/5/layout/IconLeafLabelList"/>
    <dgm:cxn modelId="{45667B1D-9681-49FC-A2EA-AF35D5E88E05}" type="presParOf" srcId="{2E3B86A5-BED6-4B52-A100-E5FFD0967E13}" destId="{BBB04F9E-DCA4-44BC-B67E-3CFFFE834B77}" srcOrd="5" destOrd="0" presId="urn:microsoft.com/office/officeart/2018/5/layout/IconLeafLabelList"/>
    <dgm:cxn modelId="{05B07034-C749-4759-A445-01B5E74025F1}" type="presParOf" srcId="{2E3B86A5-BED6-4B52-A100-E5FFD0967E13}" destId="{771B3F69-FCCA-4AA4-8B56-166DFC495ABA}" srcOrd="6" destOrd="0" presId="urn:microsoft.com/office/officeart/2018/5/layout/IconLeafLabelList"/>
    <dgm:cxn modelId="{50FDDE97-5EC4-4801-8AEC-0AB829FE9462}" type="presParOf" srcId="{771B3F69-FCCA-4AA4-8B56-166DFC495ABA}" destId="{099E1663-9205-482F-9A02-8C9FD2372662}" srcOrd="0" destOrd="0" presId="urn:microsoft.com/office/officeart/2018/5/layout/IconLeafLabelList"/>
    <dgm:cxn modelId="{3FC23AEB-61D4-42B6-9511-0585E1A8E8DC}" type="presParOf" srcId="{771B3F69-FCCA-4AA4-8B56-166DFC495ABA}" destId="{C170DE78-DA36-4870-BB14-D8EB6A928588}" srcOrd="1" destOrd="0" presId="urn:microsoft.com/office/officeart/2018/5/layout/IconLeafLabelList"/>
    <dgm:cxn modelId="{882AB116-BF6C-46E8-BDF4-76D8824C07C1}" type="presParOf" srcId="{771B3F69-FCCA-4AA4-8B56-166DFC495ABA}" destId="{2D774E93-9B68-4F88-A73D-392BF7031450}" srcOrd="2" destOrd="0" presId="urn:microsoft.com/office/officeart/2018/5/layout/IconLeafLabelList"/>
    <dgm:cxn modelId="{8A533A15-41E8-4CD7-8FEC-EF041ECCD089}" type="presParOf" srcId="{771B3F69-FCCA-4AA4-8B56-166DFC495ABA}" destId="{1489D904-FA7F-4B5F-9F2B-E9F472D0B65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464E10-A966-46F2-A0C8-120EF02663B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73BBD3D-C330-4C6D-A760-5255E08E9FF0}">
      <dgm:prSet/>
      <dgm:spPr/>
      <dgm:t>
        <a:bodyPr/>
        <a:lstStyle/>
        <a:p>
          <a:r>
            <a:rPr lang="en-US"/>
            <a:t>Plan tasks</a:t>
          </a:r>
        </a:p>
      </dgm:t>
    </dgm:pt>
    <dgm:pt modelId="{1B8DE635-7E61-4CAA-B55D-6B94E991231F}" type="parTrans" cxnId="{514B028B-0F04-4E7C-8EDE-C5EE764F02F1}">
      <dgm:prSet/>
      <dgm:spPr/>
      <dgm:t>
        <a:bodyPr/>
        <a:lstStyle/>
        <a:p>
          <a:endParaRPr lang="en-US"/>
        </a:p>
      </dgm:t>
    </dgm:pt>
    <dgm:pt modelId="{DE01E1B2-7DC7-4371-8804-256B8E2DCA7C}" type="sibTrans" cxnId="{514B028B-0F04-4E7C-8EDE-C5EE764F02F1}">
      <dgm:prSet/>
      <dgm:spPr/>
      <dgm:t>
        <a:bodyPr/>
        <a:lstStyle/>
        <a:p>
          <a:endParaRPr lang="en-US"/>
        </a:p>
      </dgm:t>
    </dgm:pt>
    <dgm:pt modelId="{8C860510-7548-4DF0-AD7A-D607CEECB15D}">
      <dgm:prSet/>
      <dgm:spPr/>
      <dgm:t>
        <a:bodyPr/>
        <a:lstStyle/>
        <a:p>
          <a:r>
            <a:rPr lang="en-US"/>
            <a:t>Prioritize work</a:t>
          </a:r>
        </a:p>
      </dgm:t>
    </dgm:pt>
    <dgm:pt modelId="{48F687E5-5C82-4B8E-94DB-003B4538A8F3}" type="parTrans" cxnId="{F1E2D5F7-4EB0-4D8C-BF07-FBDA98498883}">
      <dgm:prSet/>
      <dgm:spPr/>
      <dgm:t>
        <a:bodyPr/>
        <a:lstStyle/>
        <a:p>
          <a:endParaRPr lang="en-US"/>
        </a:p>
      </dgm:t>
    </dgm:pt>
    <dgm:pt modelId="{33CB5062-398B-4F1B-B1E5-D01B05E41A9D}" type="sibTrans" cxnId="{F1E2D5F7-4EB0-4D8C-BF07-FBDA98498883}">
      <dgm:prSet/>
      <dgm:spPr/>
      <dgm:t>
        <a:bodyPr/>
        <a:lstStyle/>
        <a:p>
          <a:endParaRPr lang="en-US"/>
        </a:p>
      </dgm:t>
    </dgm:pt>
    <dgm:pt modelId="{EFA1E3FE-0114-41BC-A2B1-89ABDF749271}">
      <dgm:prSet/>
      <dgm:spPr/>
      <dgm:t>
        <a:bodyPr/>
        <a:lstStyle/>
        <a:p>
          <a:r>
            <a:rPr lang="en-US"/>
            <a:t>Meet deadlines</a:t>
          </a:r>
        </a:p>
      </dgm:t>
    </dgm:pt>
    <dgm:pt modelId="{C2DA2C3E-BAA3-45DD-85C9-3D2BB3E90FEE}" type="parTrans" cxnId="{C453B689-F5EE-44C9-B612-7D0E91A2AA76}">
      <dgm:prSet/>
      <dgm:spPr/>
      <dgm:t>
        <a:bodyPr/>
        <a:lstStyle/>
        <a:p>
          <a:endParaRPr lang="en-US"/>
        </a:p>
      </dgm:t>
    </dgm:pt>
    <dgm:pt modelId="{0F028443-E463-4BFC-B9A6-BCA05A75E408}" type="sibTrans" cxnId="{C453B689-F5EE-44C9-B612-7D0E91A2AA76}">
      <dgm:prSet/>
      <dgm:spPr/>
      <dgm:t>
        <a:bodyPr/>
        <a:lstStyle/>
        <a:p>
          <a:endParaRPr lang="en-US"/>
        </a:p>
      </dgm:t>
    </dgm:pt>
    <dgm:pt modelId="{57ED6928-D6AA-4632-B5BA-0833F0F5404F}">
      <dgm:prSet/>
      <dgm:spPr/>
      <dgm:t>
        <a:bodyPr/>
        <a:lstStyle/>
        <a:p>
          <a:r>
            <a:rPr lang="en-US"/>
            <a:t>Reduce stress</a:t>
          </a:r>
        </a:p>
      </dgm:t>
    </dgm:pt>
    <dgm:pt modelId="{35D174FD-F98A-450C-9F15-A238FE225F4B}" type="parTrans" cxnId="{9A3236EC-01E5-4FEE-BCD8-B8B09B459A74}">
      <dgm:prSet/>
      <dgm:spPr/>
      <dgm:t>
        <a:bodyPr/>
        <a:lstStyle/>
        <a:p>
          <a:endParaRPr lang="en-US"/>
        </a:p>
      </dgm:t>
    </dgm:pt>
    <dgm:pt modelId="{DC93B945-4313-418E-BB1D-EF38C708C345}" type="sibTrans" cxnId="{9A3236EC-01E5-4FEE-BCD8-B8B09B459A74}">
      <dgm:prSet/>
      <dgm:spPr/>
      <dgm:t>
        <a:bodyPr/>
        <a:lstStyle/>
        <a:p>
          <a:endParaRPr lang="en-US"/>
        </a:p>
      </dgm:t>
    </dgm:pt>
    <dgm:pt modelId="{57382F13-B325-4106-9AA3-FC3699C32DFF}" type="pres">
      <dgm:prSet presAssocID="{BB464E10-A966-46F2-A0C8-120EF02663B6}" presName="root" presStyleCnt="0">
        <dgm:presLayoutVars>
          <dgm:dir/>
          <dgm:resizeHandles val="exact"/>
        </dgm:presLayoutVars>
      </dgm:prSet>
      <dgm:spPr/>
    </dgm:pt>
    <dgm:pt modelId="{6CF139F2-69F7-4427-8045-C789A69EFBFD}" type="pres">
      <dgm:prSet presAssocID="{573BBD3D-C330-4C6D-A760-5255E08E9FF0}" presName="compNode" presStyleCnt="0"/>
      <dgm:spPr/>
    </dgm:pt>
    <dgm:pt modelId="{4182E5FB-5B7E-43BD-9D01-7BC994B94712}" type="pres">
      <dgm:prSet presAssocID="{573BBD3D-C330-4C6D-A760-5255E08E9FF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FEED79C9-5F61-42BF-8AF2-E2BBB111A2FF}" type="pres">
      <dgm:prSet presAssocID="{573BBD3D-C330-4C6D-A760-5255E08E9FF0}" presName="spaceRect" presStyleCnt="0"/>
      <dgm:spPr/>
    </dgm:pt>
    <dgm:pt modelId="{18AF2ECF-A4C2-4D5D-9304-DB1315D8E025}" type="pres">
      <dgm:prSet presAssocID="{573BBD3D-C330-4C6D-A760-5255E08E9FF0}" presName="textRect" presStyleLbl="revTx" presStyleIdx="0" presStyleCnt="4">
        <dgm:presLayoutVars>
          <dgm:chMax val="1"/>
          <dgm:chPref val="1"/>
        </dgm:presLayoutVars>
      </dgm:prSet>
      <dgm:spPr/>
    </dgm:pt>
    <dgm:pt modelId="{685FA342-A1C0-4F37-B337-2FFF08D942B5}" type="pres">
      <dgm:prSet presAssocID="{DE01E1B2-7DC7-4371-8804-256B8E2DCA7C}" presName="sibTrans" presStyleCnt="0"/>
      <dgm:spPr/>
    </dgm:pt>
    <dgm:pt modelId="{7A9EC42C-A26B-4E9B-8F6A-5AEC796AF0FE}" type="pres">
      <dgm:prSet presAssocID="{8C860510-7548-4DF0-AD7A-D607CEECB15D}" presName="compNode" presStyleCnt="0"/>
      <dgm:spPr/>
    </dgm:pt>
    <dgm:pt modelId="{4F51A4EB-DEEA-4ED0-B1CF-5B0B3F31BE2F}" type="pres">
      <dgm:prSet presAssocID="{8C860510-7548-4DF0-AD7A-D607CEECB15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3C1F411-97A0-41A7-801F-0AB0D0EF0B01}" type="pres">
      <dgm:prSet presAssocID="{8C860510-7548-4DF0-AD7A-D607CEECB15D}" presName="spaceRect" presStyleCnt="0"/>
      <dgm:spPr/>
    </dgm:pt>
    <dgm:pt modelId="{44B14D4B-8E7B-4960-A63E-2C8296F2B8FB}" type="pres">
      <dgm:prSet presAssocID="{8C860510-7548-4DF0-AD7A-D607CEECB15D}" presName="textRect" presStyleLbl="revTx" presStyleIdx="1" presStyleCnt="4">
        <dgm:presLayoutVars>
          <dgm:chMax val="1"/>
          <dgm:chPref val="1"/>
        </dgm:presLayoutVars>
      </dgm:prSet>
      <dgm:spPr/>
    </dgm:pt>
    <dgm:pt modelId="{273F7753-80CA-4F6C-A633-F8CB66F980BE}" type="pres">
      <dgm:prSet presAssocID="{33CB5062-398B-4F1B-B1E5-D01B05E41A9D}" presName="sibTrans" presStyleCnt="0"/>
      <dgm:spPr/>
    </dgm:pt>
    <dgm:pt modelId="{8D011373-9D36-4E3B-9C85-438ED77A9E29}" type="pres">
      <dgm:prSet presAssocID="{EFA1E3FE-0114-41BC-A2B1-89ABDF749271}" presName="compNode" presStyleCnt="0"/>
      <dgm:spPr/>
    </dgm:pt>
    <dgm:pt modelId="{176BD98B-627E-4F4B-9C82-7B547121E975}" type="pres">
      <dgm:prSet presAssocID="{EFA1E3FE-0114-41BC-A2B1-89ABDF74927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5D6ED1C-E497-4E8A-8FE6-E7830B084028}" type="pres">
      <dgm:prSet presAssocID="{EFA1E3FE-0114-41BC-A2B1-89ABDF749271}" presName="spaceRect" presStyleCnt="0"/>
      <dgm:spPr/>
    </dgm:pt>
    <dgm:pt modelId="{2A0ACE13-E22F-4CEE-B76E-4E72E9D4AD97}" type="pres">
      <dgm:prSet presAssocID="{EFA1E3FE-0114-41BC-A2B1-89ABDF749271}" presName="textRect" presStyleLbl="revTx" presStyleIdx="2" presStyleCnt="4">
        <dgm:presLayoutVars>
          <dgm:chMax val="1"/>
          <dgm:chPref val="1"/>
        </dgm:presLayoutVars>
      </dgm:prSet>
      <dgm:spPr/>
    </dgm:pt>
    <dgm:pt modelId="{3010B1A0-6BB4-4E72-A5C2-EC1ABD583EAA}" type="pres">
      <dgm:prSet presAssocID="{0F028443-E463-4BFC-B9A6-BCA05A75E408}" presName="sibTrans" presStyleCnt="0"/>
      <dgm:spPr/>
    </dgm:pt>
    <dgm:pt modelId="{AA6EA0CD-F145-467A-A70B-E3CB12AFDA7C}" type="pres">
      <dgm:prSet presAssocID="{57ED6928-D6AA-4632-B5BA-0833F0F5404F}" presName="compNode" presStyleCnt="0"/>
      <dgm:spPr/>
    </dgm:pt>
    <dgm:pt modelId="{6DA09839-4426-418B-98ED-A6E75A6947EC}" type="pres">
      <dgm:prSet presAssocID="{57ED6928-D6AA-4632-B5BA-0833F0F5404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047193E1-A47B-46CD-9294-9C5BE0EDABEA}" type="pres">
      <dgm:prSet presAssocID="{57ED6928-D6AA-4632-B5BA-0833F0F5404F}" presName="spaceRect" presStyleCnt="0"/>
      <dgm:spPr/>
    </dgm:pt>
    <dgm:pt modelId="{1BADDFCD-FC71-4593-98D1-4F260317ABC8}" type="pres">
      <dgm:prSet presAssocID="{57ED6928-D6AA-4632-B5BA-0833F0F540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453B689-F5EE-44C9-B612-7D0E91A2AA76}" srcId="{BB464E10-A966-46F2-A0C8-120EF02663B6}" destId="{EFA1E3FE-0114-41BC-A2B1-89ABDF749271}" srcOrd="2" destOrd="0" parTransId="{C2DA2C3E-BAA3-45DD-85C9-3D2BB3E90FEE}" sibTransId="{0F028443-E463-4BFC-B9A6-BCA05A75E408}"/>
    <dgm:cxn modelId="{514B028B-0F04-4E7C-8EDE-C5EE764F02F1}" srcId="{BB464E10-A966-46F2-A0C8-120EF02663B6}" destId="{573BBD3D-C330-4C6D-A760-5255E08E9FF0}" srcOrd="0" destOrd="0" parTransId="{1B8DE635-7E61-4CAA-B55D-6B94E991231F}" sibTransId="{DE01E1B2-7DC7-4371-8804-256B8E2DCA7C}"/>
    <dgm:cxn modelId="{3FF38B9F-20CB-4354-A0BB-A43194A499F8}" type="presOf" srcId="{573BBD3D-C330-4C6D-A760-5255E08E9FF0}" destId="{18AF2ECF-A4C2-4D5D-9304-DB1315D8E025}" srcOrd="0" destOrd="0" presId="urn:microsoft.com/office/officeart/2018/2/layout/IconLabelList"/>
    <dgm:cxn modelId="{1C3F37AF-C3D6-4B6A-AA33-FD8BB909A48D}" type="presOf" srcId="{BB464E10-A966-46F2-A0C8-120EF02663B6}" destId="{57382F13-B325-4106-9AA3-FC3699C32DFF}" srcOrd="0" destOrd="0" presId="urn:microsoft.com/office/officeart/2018/2/layout/IconLabelList"/>
    <dgm:cxn modelId="{54FBCCD4-7810-49F0-85DA-734A95EA63DC}" type="presOf" srcId="{EFA1E3FE-0114-41BC-A2B1-89ABDF749271}" destId="{2A0ACE13-E22F-4CEE-B76E-4E72E9D4AD97}" srcOrd="0" destOrd="0" presId="urn:microsoft.com/office/officeart/2018/2/layout/IconLabelList"/>
    <dgm:cxn modelId="{3D1BF8DE-3986-4239-89C0-6DC862E1CCE0}" type="presOf" srcId="{57ED6928-D6AA-4632-B5BA-0833F0F5404F}" destId="{1BADDFCD-FC71-4593-98D1-4F260317ABC8}" srcOrd="0" destOrd="0" presId="urn:microsoft.com/office/officeart/2018/2/layout/IconLabelList"/>
    <dgm:cxn modelId="{9A3236EC-01E5-4FEE-BCD8-B8B09B459A74}" srcId="{BB464E10-A966-46F2-A0C8-120EF02663B6}" destId="{57ED6928-D6AA-4632-B5BA-0833F0F5404F}" srcOrd="3" destOrd="0" parTransId="{35D174FD-F98A-450C-9F15-A238FE225F4B}" sibTransId="{DC93B945-4313-418E-BB1D-EF38C708C345}"/>
    <dgm:cxn modelId="{53B481ED-6A38-4A83-98ED-0064C3D9DEEE}" type="presOf" srcId="{8C860510-7548-4DF0-AD7A-D607CEECB15D}" destId="{44B14D4B-8E7B-4960-A63E-2C8296F2B8FB}" srcOrd="0" destOrd="0" presId="urn:microsoft.com/office/officeart/2018/2/layout/IconLabelList"/>
    <dgm:cxn modelId="{F1E2D5F7-4EB0-4D8C-BF07-FBDA98498883}" srcId="{BB464E10-A966-46F2-A0C8-120EF02663B6}" destId="{8C860510-7548-4DF0-AD7A-D607CEECB15D}" srcOrd="1" destOrd="0" parTransId="{48F687E5-5C82-4B8E-94DB-003B4538A8F3}" sibTransId="{33CB5062-398B-4F1B-B1E5-D01B05E41A9D}"/>
    <dgm:cxn modelId="{99B4C464-B47F-4A64-817A-D9A2D38B85BB}" type="presParOf" srcId="{57382F13-B325-4106-9AA3-FC3699C32DFF}" destId="{6CF139F2-69F7-4427-8045-C789A69EFBFD}" srcOrd="0" destOrd="0" presId="urn:microsoft.com/office/officeart/2018/2/layout/IconLabelList"/>
    <dgm:cxn modelId="{F34D904B-E13D-4248-AB2D-E19104280061}" type="presParOf" srcId="{6CF139F2-69F7-4427-8045-C789A69EFBFD}" destId="{4182E5FB-5B7E-43BD-9D01-7BC994B94712}" srcOrd="0" destOrd="0" presId="urn:microsoft.com/office/officeart/2018/2/layout/IconLabelList"/>
    <dgm:cxn modelId="{886C6D8E-14D6-484D-99E5-60039CC86594}" type="presParOf" srcId="{6CF139F2-69F7-4427-8045-C789A69EFBFD}" destId="{FEED79C9-5F61-42BF-8AF2-E2BBB111A2FF}" srcOrd="1" destOrd="0" presId="urn:microsoft.com/office/officeart/2018/2/layout/IconLabelList"/>
    <dgm:cxn modelId="{CCF4E113-E298-4A26-A33E-94C33560D5EE}" type="presParOf" srcId="{6CF139F2-69F7-4427-8045-C789A69EFBFD}" destId="{18AF2ECF-A4C2-4D5D-9304-DB1315D8E025}" srcOrd="2" destOrd="0" presId="urn:microsoft.com/office/officeart/2018/2/layout/IconLabelList"/>
    <dgm:cxn modelId="{553993D7-342F-40A9-9CE2-B02D1984E604}" type="presParOf" srcId="{57382F13-B325-4106-9AA3-FC3699C32DFF}" destId="{685FA342-A1C0-4F37-B337-2FFF08D942B5}" srcOrd="1" destOrd="0" presId="urn:microsoft.com/office/officeart/2018/2/layout/IconLabelList"/>
    <dgm:cxn modelId="{C13821CC-DA25-40E4-80EE-61CD547033C7}" type="presParOf" srcId="{57382F13-B325-4106-9AA3-FC3699C32DFF}" destId="{7A9EC42C-A26B-4E9B-8F6A-5AEC796AF0FE}" srcOrd="2" destOrd="0" presId="urn:microsoft.com/office/officeart/2018/2/layout/IconLabelList"/>
    <dgm:cxn modelId="{1B09F211-0189-4396-BF99-7F4BFADC1FDE}" type="presParOf" srcId="{7A9EC42C-A26B-4E9B-8F6A-5AEC796AF0FE}" destId="{4F51A4EB-DEEA-4ED0-B1CF-5B0B3F31BE2F}" srcOrd="0" destOrd="0" presId="urn:microsoft.com/office/officeart/2018/2/layout/IconLabelList"/>
    <dgm:cxn modelId="{F913FAD5-B2C7-4AAB-894E-BE89A4ACE299}" type="presParOf" srcId="{7A9EC42C-A26B-4E9B-8F6A-5AEC796AF0FE}" destId="{63C1F411-97A0-41A7-801F-0AB0D0EF0B01}" srcOrd="1" destOrd="0" presId="urn:microsoft.com/office/officeart/2018/2/layout/IconLabelList"/>
    <dgm:cxn modelId="{D27C6FCE-A6F5-4736-B515-374AE6364494}" type="presParOf" srcId="{7A9EC42C-A26B-4E9B-8F6A-5AEC796AF0FE}" destId="{44B14D4B-8E7B-4960-A63E-2C8296F2B8FB}" srcOrd="2" destOrd="0" presId="urn:microsoft.com/office/officeart/2018/2/layout/IconLabelList"/>
    <dgm:cxn modelId="{4D87936C-40C5-4F0F-8330-98FC8F259A44}" type="presParOf" srcId="{57382F13-B325-4106-9AA3-FC3699C32DFF}" destId="{273F7753-80CA-4F6C-A633-F8CB66F980BE}" srcOrd="3" destOrd="0" presId="urn:microsoft.com/office/officeart/2018/2/layout/IconLabelList"/>
    <dgm:cxn modelId="{E2B1B331-0F07-49B5-897E-C928C39982B5}" type="presParOf" srcId="{57382F13-B325-4106-9AA3-FC3699C32DFF}" destId="{8D011373-9D36-4E3B-9C85-438ED77A9E29}" srcOrd="4" destOrd="0" presId="urn:microsoft.com/office/officeart/2018/2/layout/IconLabelList"/>
    <dgm:cxn modelId="{3AF8F5BC-05A2-46C2-A627-60454C3A4F6D}" type="presParOf" srcId="{8D011373-9D36-4E3B-9C85-438ED77A9E29}" destId="{176BD98B-627E-4F4B-9C82-7B547121E975}" srcOrd="0" destOrd="0" presId="urn:microsoft.com/office/officeart/2018/2/layout/IconLabelList"/>
    <dgm:cxn modelId="{8E41661A-96FF-443A-838B-452DB1D1BD2E}" type="presParOf" srcId="{8D011373-9D36-4E3B-9C85-438ED77A9E29}" destId="{A5D6ED1C-E497-4E8A-8FE6-E7830B084028}" srcOrd="1" destOrd="0" presId="urn:microsoft.com/office/officeart/2018/2/layout/IconLabelList"/>
    <dgm:cxn modelId="{CB07F44B-5F17-47AD-A33A-05228A3B1A5C}" type="presParOf" srcId="{8D011373-9D36-4E3B-9C85-438ED77A9E29}" destId="{2A0ACE13-E22F-4CEE-B76E-4E72E9D4AD97}" srcOrd="2" destOrd="0" presId="urn:microsoft.com/office/officeart/2018/2/layout/IconLabelList"/>
    <dgm:cxn modelId="{1C544490-AF92-49B0-B368-B4F2D4C27255}" type="presParOf" srcId="{57382F13-B325-4106-9AA3-FC3699C32DFF}" destId="{3010B1A0-6BB4-4E72-A5C2-EC1ABD583EAA}" srcOrd="5" destOrd="0" presId="urn:microsoft.com/office/officeart/2018/2/layout/IconLabelList"/>
    <dgm:cxn modelId="{89D21574-114C-474C-8ABB-977874904A25}" type="presParOf" srcId="{57382F13-B325-4106-9AA3-FC3699C32DFF}" destId="{AA6EA0CD-F145-467A-A70B-E3CB12AFDA7C}" srcOrd="6" destOrd="0" presId="urn:microsoft.com/office/officeart/2018/2/layout/IconLabelList"/>
    <dgm:cxn modelId="{5D10DF69-DDD6-47BC-B375-66B4E0F30110}" type="presParOf" srcId="{AA6EA0CD-F145-467A-A70B-E3CB12AFDA7C}" destId="{6DA09839-4426-418B-98ED-A6E75A6947EC}" srcOrd="0" destOrd="0" presId="urn:microsoft.com/office/officeart/2018/2/layout/IconLabelList"/>
    <dgm:cxn modelId="{E3E2D000-86E5-45C1-8051-961BD70605B7}" type="presParOf" srcId="{AA6EA0CD-F145-467A-A70B-E3CB12AFDA7C}" destId="{047193E1-A47B-46CD-9294-9C5BE0EDABEA}" srcOrd="1" destOrd="0" presId="urn:microsoft.com/office/officeart/2018/2/layout/IconLabelList"/>
    <dgm:cxn modelId="{D2B0FB2D-8362-4FBF-881B-490A60607DB0}" type="presParOf" srcId="{AA6EA0CD-F145-467A-A70B-E3CB12AFDA7C}" destId="{1BADDFCD-FC71-4593-98D1-4F260317ABC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EB8DCD-2CC2-4735-B114-CD2F54828C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08B2396-18A4-4D10-A7B4-79EACCC853F8}">
      <dgm:prSet/>
      <dgm:spPr/>
      <dgm:t>
        <a:bodyPr/>
        <a:lstStyle/>
        <a:p>
          <a:r>
            <a:rPr lang="en-US"/>
            <a:t>Create a budget</a:t>
          </a:r>
        </a:p>
      </dgm:t>
    </dgm:pt>
    <dgm:pt modelId="{29B30909-8A22-43FD-8DC8-577619B51096}" type="parTrans" cxnId="{5C403375-FB00-48A6-B4A9-17FD82060FE6}">
      <dgm:prSet/>
      <dgm:spPr/>
      <dgm:t>
        <a:bodyPr/>
        <a:lstStyle/>
        <a:p>
          <a:endParaRPr lang="en-US"/>
        </a:p>
      </dgm:t>
    </dgm:pt>
    <dgm:pt modelId="{B9F8A36F-AC96-4694-8367-6DCC6B8C1759}" type="sibTrans" cxnId="{5C403375-FB00-48A6-B4A9-17FD82060FE6}">
      <dgm:prSet/>
      <dgm:spPr/>
      <dgm:t>
        <a:bodyPr/>
        <a:lstStyle/>
        <a:p>
          <a:endParaRPr lang="en-US"/>
        </a:p>
      </dgm:t>
    </dgm:pt>
    <dgm:pt modelId="{89FA2B55-5F1C-4E7F-84DD-74F08572146F}">
      <dgm:prSet/>
      <dgm:spPr/>
      <dgm:t>
        <a:bodyPr/>
        <a:lstStyle/>
        <a:p>
          <a:r>
            <a:rPr lang="en-US"/>
            <a:t>Track expenses</a:t>
          </a:r>
        </a:p>
      </dgm:t>
    </dgm:pt>
    <dgm:pt modelId="{602CFA8B-24A3-45EC-8CDE-BAD61A62E681}" type="parTrans" cxnId="{0C1CD1F9-A785-45FD-A9A6-1B1818769E64}">
      <dgm:prSet/>
      <dgm:spPr/>
      <dgm:t>
        <a:bodyPr/>
        <a:lstStyle/>
        <a:p>
          <a:endParaRPr lang="en-US"/>
        </a:p>
      </dgm:t>
    </dgm:pt>
    <dgm:pt modelId="{D3DC7ADD-944B-4259-B102-10630C925319}" type="sibTrans" cxnId="{0C1CD1F9-A785-45FD-A9A6-1B1818769E64}">
      <dgm:prSet/>
      <dgm:spPr/>
      <dgm:t>
        <a:bodyPr/>
        <a:lstStyle/>
        <a:p>
          <a:endParaRPr lang="en-US"/>
        </a:p>
      </dgm:t>
    </dgm:pt>
    <dgm:pt modelId="{A89E9DBA-BCCC-40FD-A2EF-4150AB4DA9CC}">
      <dgm:prSet/>
      <dgm:spPr/>
      <dgm:t>
        <a:bodyPr/>
        <a:lstStyle/>
        <a:p>
          <a:r>
            <a:rPr lang="en-US"/>
            <a:t>Save money</a:t>
          </a:r>
        </a:p>
      </dgm:t>
    </dgm:pt>
    <dgm:pt modelId="{B272229D-A0F3-43AE-8589-6D1DF6D9943C}" type="parTrans" cxnId="{074F8DED-4330-420B-95C3-72D578F88EFA}">
      <dgm:prSet/>
      <dgm:spPr/>
      <dgm:t>
        <a:bodyPr/>
        <a:lstStyle/>
        <a:p>
          <a:endParaRPr lang="en-US"/>
        </a:p>
      </dgm:t>
    </dgm:pt>
    <dgm:pt modelId="{1038ACD0-30E0-4EA2-9BBE-05E44B2CE5F0}" type="sibTrans" cxnId="{074F8DED-4330-420B-95C3-72D578F88EFA}">
      <dgm:prSet/>
      <dgm:spPr/>
      <dgm:t>
        <a:bodyPr/>
        <a:lstStyle/>
        <a:p>
          <a:endParaRPr lang="en-US"/>
        </a:p>
      </dgm:t>
    </dgm:pt>
    <dgm:pt modelId="{214F7C2F-303C-47B7-9315-48AC10264F0C}">
      <dgm:prSet/>
      <dgm:spPr/>
      <dgm:t>
        <a:bodyPr/>
        <a:lstStyle/>
        <a:p>
          <a:r>
            <a:rPr lang="en-US"/>
            <a:t>Avoid unnecessary debt</a:t>
          </a:r>
        </a:p>
      </dgm:t>
    </dgm:pt>
    <dgm:pt modelId="{D83FF679-F9DC-497D-9AC0-0AEA582AADB7}" type="parTrans" cxnId="{1382D327-B07F-42D2-BA4A-7CDC4B6C6DF8}">
      <dgm:prSet/>
      <dgm:spPr/>
      <dgm:t>
        <a:bodyPr/>
        <a:lstStyle/>
        <a:p>
          <a:endParaRPr lang="en-US"/>
        </a:p>
      </dgm:t>
    </dgm:pt>
    <dgm:pt modelId="{DD93D206-9DF6-47DB-BBE9-244D82EFBDCB}" type="sibTrans" cxnId="{1382D327-B07F-42D2-BA4A-7CDC4B6C6DF8}">
      <dgm:prSet/>
      <dgm:spPr/>
      <dgm:t>
        <a:bodyPr/>
        <a:lstStyle/>
        <a:p>
          <a:endParaRPr lang="en-US"/>
        </a:p>
      </dgm:t>
    </dgm:pt>
    <dgm:pt modelId="{50A7798E-4483-4807-B4F8-739F397D3824}" type="pres">
      <dgm:prSet presAssocID="{EAEB8DCD-2CC2-4735-B114-CD2F54828C1F}" presName="root" presStyleCnt="0">
        <dgm:presLayoutVars>
          <dgm:dir/>
          <dgm:resizeHandles val="exact"/>
        </dgm:presLayoutVars>
      </dgm:prSet>
      <dgm:spPr/>
    </dgm:pt>
    <dgm:pt modelId="{1C1804F7-3AEA-40DC-84E8-F39FADD573AB}" type="pres">
      <dgm:prSet presAssocID="{108B2396-18A4-4D10-A7B4-79EACCC853F8}" presName="compNode" presStyleCnt="0"/>
      <dgm:spPr/>
    </dgm:pt>
    <dgm:pt modelId="{245648A9-D19B-4BA6-8C25-69EFAC117B04}" type="pres">
      <dgm:prSet presAssocID="{108B2396-18A4-4D10-A7B4-79EACCC853F8}" presName="bgRect" presStyleLbl="bgShp" presStyleIdx="0" presStyleCnt="4"/>
      <dgm:spPr/>
    </dgm:pt>
    <dgm:pt modelId="{2B7220BC-EA09-4458-9F17-1274795B644D}" type="pres">
      <dgm:prSet presAssocID="{108B2396-18A4-4D10-A7B4-79EACCC853F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ign"/>
        </a:ext>
      </dgm:extLst>
    </dgm:pt>
    <dgm:pt modelId="{6872C008-39DE-43A0-8633-73A9F6DE4E73}" type="pres">
      <dgm:prSet presAssocID="{108B2396-18A4-4D10-A7B4-79EACCC853F8}" presName="spaceRect" presStyleCnt="0"/>
      <dgm:spPr/>
    </dgm:pt>
    <dgm:pt modelId="{B03364E7-99C5-4E65-A98E-4E7A82BCCB9A}" type="pres">
      <dgm:prSet presAssocID="{108B2396-18A4-4D10-A7B4-79EACCC853F8}" presName="parTx" presStyleLbl="revTx" presStyleIdx="0" presStyleCnt="4">
        <dgm:presLayoutVars>
          <dgm:chMax val="0"/>
          <dgm:chPref val="0"/>
        </dgm:presLayoutVars>
      </dgm:prSet>
      <dgm:spPr/>
    </dgm:pt>
    <dgm:pt modelId="{EBFFC06B-D3C1-4A76-AF88-7FD47C033BCC}" type="pres">
      <dgm:prSet presAssocID="{B9F8A36F-AC96-4694-8367-6DCC6B8C1759}" presName="sibTrans" presStyleCnt="0"/>
      <dgm:spPr/>
    </dgm:pt>
    <dgm:pt modelId="{789039B6-4C29-4523-8909-48AADE070D8B}" type="pres">
      <dgm:prSet presAssocID="{89FA2B55-5F1C-4E7F-84DD-74F08572146F}" presName="compNode" presStyleCnt="0"/>
      <dgm:spPr/>
    </dgm:pt>
    <dgm:pt modelId="{5DC5B824-E4B9-4204-8F65-21D0D033E61C}" type="pres">
      <dgm:prSet presAssocID="{89FA2B55-5F1C-4E7F-84DD-74F08572146F}" presName="bgRect" presStyleLbl="bgShp" presStyleIdx="1" presStyleCnt="4"/>
      <dgm:spPr/>
    </dgm:pt>
    <dgm:pt modelId="{549F346E-7274-44D4-9697-8AB70E9AC4AD}" type="pres">
      <dgm:prSet presAssocID="{89FA2B55-5F1C-4E7F-84DD-74F08572146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Solid"/>
        </a:ext>
      </dgm:extLst>
    </dgm:pt>
    <dgm:pt modelId="{3B4029FC-9A9A-4015-9BC9-39D1E3137F73}" type="pres">
      <dgm:prSet presAssocID="{89FA2B55-5F1C-4E7F-84DD-74F08572146F}" presName="spaceRect" presStyleCnt="0"/>
      <dgm:spPr/>
    </dgm:pt>
    <dgm:pt modelId="{02F911B2-0455-4378-AD97-79DAF67533ED}" type="pres">
      <dgm:prSet presAssocID="{89FA2B55-5F1C-4E7F-84DD-74F08572146F}" presName="parTx" presStyleLbl="revTx" presStyleIdx="1" presStyleCnt="4">
        <dgm:presLayoutVars>
          <dgm:chMax val="0"/>
          <dgm:chPref val="0"/>
        </dgm:presLayoutVars>
      </dgm:prSet>
      <dgm:spPr/>
    </dgm:pt>
    <dgm:pt modelId="{DF81B2AF-C9FC-4BF0-AAA7-351851243E50}" type="pres">
      <dgm:prSet presAssocID="{D3DC7ADD-944B-4259-B102-10630C925319}" presName="sibTrans" presStyleCnt="0"/>
      <dgm:spPr/>
    </dgm:pt>
    <dgm:pt modelId="{75C59BD3-D8AC-43AE-9DB3-96625479ABE2}" type="pres">
      <dgm:prSet presAssocID="{A89E9DBA-BCCC-40FD-A2EF-4150AB4DA9CC}" presName="compNode" presStyleCnt="0"/>
      <dgm:spPr/>
    </dgm:pt>
    <dgm:pt modelId="{5F30E1D2-A920-46C6-86DF-C44739387D44}" type="pres">
      <dgm:prSet presAssocID="{A89E9DBA-BCCC-40FD-A2EF-4150AB4DA9CC}" presName="bgRect" presStyleLbl="bgShp" presStyleIdx="2" presStyleCnt="4"/>
      <dgm:spPr/>
    </dgm:pt>
    <dgm:pt modelId="{48638830-E840-4ECA-9E9C-DA053E1086BA}" type="pres">
      <dgm:prSet presAssocID="{A89E9DBA-BCCC-40FD-A2EF-4150AB4DA9C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F2F59DE-1333-40B5-B56E-0814F9026DDC}" type="pres">
      <dgm:prSet presAssocID="{A89E9DBA-BCCC-40FD-A2EF-4150AB4DA9CC}" presName="spaceRect" presStyleCnt="0"/>
      <dgm:spPr/>
    </dgm:pt>
    <dgm:pt modelId="{B3ADF661-2D47-4B39-AE04-B0E11E614A07}" type="pres">
      <dgm:prSet presAssocID="{A89E9DBA-BCCC-40FD-A2EF-4150AB4DA9CC}" presName="parTx" presStyleLbl="revTx" presStyleIdx="2" presStyleCnt="4">
        <dgm:presLayoutVars>
          <dgm:chMax val="0"/>
          <dgm:chPref val="0"/>
        </dgm:presLayoutVars>
      </dgm:prSet>
      <dgm:spPr/>
    </dgm:pt>
    <dgm:pt modelId="{CE461318-879B-4FD7-B9C9-CE80D4A8AB17}" type="pres">
      <dgm:prSet presAssocID="{1038ACD0-30E0-4EA2-9BBE-05E44B2CE5F0}" presName="sibTrans" presStyleCnt="0"/>
      <dgm:spPr/>
    </dgm:pt>
    <dgm:pt modelId="{0C3CE01F-C285-4C81-916B-DCA943132594}" type="pres">
      <dgm:prSet presAssocID="{214F7C2F-303C-47B7-9315-48AC10264F0C}" presName="compNode" presStyleCnt="0"/>
      <dgm:spPr/>
    </dgm:pt>
    <dgm:pt modelId="{45F16D22-8500-4DE4-8576-2676C8AECDAF}" type="pres">
      <dgm:prSet presAssocID="{214F7C2F-303C-47B7-9315-48AC10264F0C}" presName="bgRect" presStyleLbl="bgShp" presStyleIdx="3" presStyleCnt="4"/>
      <dgm:spPr/>
    </dgm:pt>
    <dgm:pt modelId="{17DCE111-12B6-494F-887F-A9760FB7D669}" type="pres">
      <dgm:prSet presAssocID="{214F7C2F-303C-47B7-9315-48AC10264F0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ear"/>
        </a:ext>
      </dgm:extLst>
    </dgm:pt>
    <dgm:pt modelId="{F174E289-87D2-4249-BAC3-8B888B1CF667}" type="pres">
      <dgm:prSet presAssocID="{214F7C2F-303C-47B7-9315-48AC10264F0C}" presName="spaceRect" presStyleCnt="0"/>
      <dgm:spPr/>
    </dgm:pt>
    <dgm:pt modelId="{DB0C200B-356E-4B6F-9136-BBD2DF611778}" type="pres">
      <dgm:prSet presAssocID="{214F7C2F-303C-47B7-9315-48AC10264F0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EE90C03-DE3D-4C09-B4F2-917B6190D416}" type="presOf" srcId="{EAEB8DCD-2CC2-4735-B114-CD2F54828C1F}" destId="{50A7798E-4483-4807-B4F8-739F397D3824}" srcOrd="0" destOrd="0" presId="urn:microsoft.com/office/officeart/2018/2/layout/IconVerticalSolidList"/>
    <dgm:cxn modelId="{1382D327-B07F-42D2-BA4A-7CDC4B6C6DF8}" srcId="{EAEB8DCD-2CC2-4735-B114-CD2F54828C1F}" destId="{214F7C2F-303C-47B7-9315-48AC10264F0C}" srcOrd="3" destOrd="0" parTransId="{D83FF679-F9DC-497D-9AC0-0AEA582AADB7}" sibTransId="{DD93D206-9DF6-47DB-BBE9-244D82EFBDCB}"/>
    <dgm:cxn modelId="{5C403375-FB00-48A6-B4A9-17FD82060FE6}" srcId="{EAEB8DCD-2CC2-4735-B114-CD2F54828C1F}" destId="{108B2396-18A4-4D10-A7B4-79EACCC853F8}" srcOrd="0" destOrd="0" parTransId="{29B30909-8A22-43FD-8DC8-577619B51096}" sibTransId="{B9F8A36F-AC96-4694-8367-6DCC6B8C1759}"/>
    <dgm:cxn modelId="{F9B65E7D-0912-4A1F-8FE3-04E40813DA0C}" type="presOf" srcId="{108B2396-18A4-4D10-A7B4-79EACCC853F8}" destId="{B03364E7-99C5-4E65-A98E-4E7A82BCCB9A}" srcOrd="0" destOrd="0" presId="urn:microsoft.com/office/officeart/2018/2/layout/IconVerticalSolidList"/>
    <dgm:cxn modelId="{DAF6268D-C51E-47B2-8773-3CEBDFB66A5F}" type="presOf" srcId="{A89E9DBA-BCCC-40FD-A2EF-4150AB4DA9CC}" destId="{B3ADF661-2D47-4B39-AE04-B0E11E614A07}" srcOrd="0" destOrd="0" presId="urn:microsoft.com/office/officeart/2018/2/layout/IconVerticalSolidList"/>
    <dgm:cxn modelId="{CE84DBAB-DA55-400B-8506-226EACC8DAD4}" type="presOf" srcId="{214F7C2F-303C-47B7-9315-48AC10264F0C}" destId="{DB0C200B-356E-4B6F-9136-BBD2DF611778}" srcOrd="0" destOrd="0" presId="urn:microsoft.com/office/officeart/2018/2/layout/IconVerticalSolidList"/>
    <dgm:cxn modelId="{151CE1D5-F0A7-46F0-BED5-E0CD80A57EED}" type="presOf" srcId="{89FA2B55-5F1C-4E7F-84DD-74F08572146F}" destId="{02F911B2-0455-4378-AD97-79DAF67533ED}" srcOrd="0" destOrd="0" presId="urn:microsoft.com/office/officeart/2018/2/layout/IconVerticalSolidList"/>
    <dgm:cxn modelId="{074F8DED-4330-420B-95C3-72D578F88EFA}" srcId="{EAEB8DCD-2CC2-4735-B114-CD2F54828C1F}" destId="{A89E9DBA-BCCC-40FD-A2EF-4150AB4DA9CC}" srcOrd="2" destOrd="0" parTransId="{B272229D-A0F3-43AE-8589-6D1DF6D9943C}" sibTransId="{1038ACD0-30E0-4EA2-9BBE-05E44B2CE5F0}"/>
    <dgm:cxn modelId="{0C1CD1F9-A785-45FD-A9A6-1B1818769E64}" srcId="{EAEB8DCD-2CC2-4735-B114-CD2F54828C1F}" destId="{89FA2B55-5F1C-4E7F-84DD-74F08572146F}" srcOrd="1" destOrd="0" parTransId="{602CFA8B-24A3-45EC-8CDE-BAD61A62E681}" sibTransId="{D3DC7ADD-944B-4259-B102-10630C925319}"/>
    <dgm:cxn modelId="{3A5A2DF6-370D-4D80-9156-BA4CF6649892}" type="presParOf" srcId="{50A7798E-4483-4807-B4F8-739F397D3824}" destId="{1C1804F7-3AEA-40DC-84E8-F39FADD573AB}" srcOrd="0" destOrd="0" presId="urn:microsoft.com/office/officeart/2018/2/layout/IconVerticalSolidList"/>
    <dgm:cxn modelId="{DA112DC8-E827-4820-8964-88EA8099492E}" type="presParOf" srcId="{1C1804F7-3AEA-40DC-84E8-F39FADD573AB}" destId="{245648A9-D19B-4BA6-8C25-69EFAC117B04}" srcOrd="0" destOrd="0" presId="urn:microsoft.com/office/officeart/2018/2/layout/IconVerticalSolidList"/>
    <dgm:cxn modelId="{89AFF12B-A32E-43C4-8471-98ACCD7A5179}" type="presParOf" srcId="{1C1804F7-3AEA-40DC-84E8-F39FADD573AB}" destId="{2B7220BC-EA09-4458-9F17-1274795B644D}" srcOrd="1" destOrd="0" presId="urn:microsoft.com/office/officeart/2018/2/layout/IconVerticalSolidList"/>
    <dgm:cxn modelId="{98D2A410-B946-4FC8-902E-A4B31EAB5FE4}" type="presParOf" srcId="{1C1804F7-3AEA-40DC-84E8-F39FADD573AB}" destId="{6872C008-39DE-43A0-8633-73A9F6DE4E73}" srcOrd="2" destOrd="0" presId="urn:microsoft.com/office/officeart/2018/2/layout/IconVerticalSolidList"/>
    <dgm:cxn modelId="{0D99F3FD-9F79-4E08-A87E-4096A8296A34}" type="presParOf" srcId="{1C1804F7-3AEA-40DC-84E8-F39FADD573AB}" destId="{B03364E7-99C5-4E65-A98E-4E7A82BCCB9A}" srcOrd="3" destOrd="0" presId="urn:microsoft.com/office/officeart/2018/2/layout/IconVerticalSolidList"/>
    <dgm:cxn modelId="{1742A931-BEBB-4E43-A240-E225605411AF}" type="presParOf" srcId="{50A7798E-4483-4807-B4F8-739F397D3824}" destId="{EBFFC06B-D3C1-4A76-AF88-7FD47C033BCC}" srcOrd="1" destOrd="0" presId="urn:microsoft.com/office/officeart/2018/2/layout/IconVerticalSolidList"/>
    <dgm:cxn modelId="{12D4E303-C74A-47E5-829A-CB8540B3B70C}" type="presParOf" srcId="{50A7798E-4483-4807-B4F8-739F397D3824}" destId="{789039B6-4C29-4523-8909-48AADE070D8B}" srcOrd="2" destOrd="0" presId="urn:microsoft.com/office/officeart/2018/2/layout/IconVerticalSolidList"/>
    <dgm:cxn modelId="{16E46683-9571-4977-8C49-3B5054A6C2F6}" type="presParOf" srcId="{789039B6-4C29-4523-8909-48AADE070D8B}" destId="{5DC5B824-E4B9-4204-8F65-21D0D033E61C}" srcOrd="0" destOrd="0" presId="urn:microsoft.com/office/officeart/2018/2/layout/IconVerticalSolidList"/>
    <dgm:cxn modelId="{14F035FA-37B2-443D-B43E-F9FD4AED6898}" type="presParOf" srcId="{789039B6-4C29-4523-8909-48AADE070D8B}" destId="{549F346E-7274-44D4-9697-8AB70E9AC4AD}" srcOrd="1" destOrd="0" presId="urn:microsoft.com/office/officeart/2018/2/layout/IconVerticalSolidList"/>
    <dgm:cxn modelId="{5E6726DD-B0D4-43AD-83EB-9DF5F3A730B0}" type="presParOf" srcId="{789039B6-4C29-4523-8909-48AADE070D8B}" destId="{3B4029FC-9A9A-4015-9BC9-39D1E3137F73}" srcOrd="2" destOrd="0" presId="urn:microsoft.com/office/officeart/2018/2/layout/IconVerticalSolidList"/>
    <dgm:cxn modelId="{19399B7D-A4EA-4ACE-B219-18F5E448268A}" type="presParOf" srcId="{789039B6-4C29-4523-8909-48AADE070D8B}" destId="{02F911B2-0455-4378-AD97-79DAF67533ED}" srcOrd="3" destOrd="0" presId="urn:microsoft.com/office/officeart/2018/2/layout/IconVerticalSolidList"/>
    <dgm:cxn modelId="{2A18E7C8-FDEE-437F-A433-AA5D36AF55A6}" type="presParOf" srcId="{50A7798E-4483-4807-B4F8-739F397D3824}" destId="{DF81B2AF-C9FC-4BF0-AAA7-351851243E50}" srcOrd="3" destOrd="0" presId="urn:microsoft.com/office/officeart/2018/2/layout/IconVerticalSolidList"/>
    <dgm:cxn modelId="{825DC549-AD91-4052-BBF3-0ACFC15520E3}" type="presParOf" srcId="{50A7798E-4483-4807-B4F8-739F397D3824}" destId="{75C59BD3-D8AC-43AE-9DB3-96625479ABE2}" srcOrd="4" destOrd="0" presId="urn:microsoft.com/office/officeart/2018/2/layout/IconVerticalSolidList"/>
    <dgm:cxn modelId="{D2978D49-7D12-4165-9601-585D6A72F8EA}" type="presParOf" srcId="{75C59BD3-D8AC-43AE-9DB3-96625479ABE2}" destId="{5F30E1D2-A920-46C6-86DF-C44739387D44}" srcOrd="0" destOrd="0" presId="urn:microsoft.com/office/officeart/2018/2/layout/IconVerticalSolidList"/>
    <dgm:cxn modelId="{EDDC1E21-035D-45C7-8D31-64215DE48B07}" type="presParOf" srcId="{75C59BD3-D8AC-43AE-9DB3-96625479ABE2}" destId="{48638830-E840-4ECA-9E9C-DA053E1086BA}" srcOrd="1" destOrd="0" presId="urn:microsoft.com/office/officeart/2018/2/layout/IconVerticalSolidList"/>
    <dgm:cxn modelId="{BB2E33D5-0D77-4CF3-9EF4-0FEF5A1AB9B2}" type="presParOf" srcId="{75C59BD3-D8AC-43AE-9DB3-96625479ABE2}" destId="{FF2F59DE-1333-40B5-B56E-0814F9026DDC}" srcOrd="2" destOrd="0" presId="urn:microsoft.com/office/officeart/2018/2/layout/IconVerticalSolidList"/>
    <dgm:cxn modelId="{58EB7B19-B445-4E4D-B7BF-3717CB3AE807}" type="presParOf" srcId="{75C59BD3-D8AC-43AE-9DB3-96625479ABE2}" destId="{B3ADF661-2D47-4B39-AE04-B0E11E614A07}" srcOrd="3" destOrd="0" presId="urn:microsoft.com/office/officeart/2018/2/layout/IconVerticalSolidList"/>
    <dgm:cxn modelId="{C6366292-5241-4B13-99EA-910E26A4C1CB}" type="presParOf" srcId="{50A7798E-4483-4807-B4F8-739F397D3824}" destId="{CE461318-879B-4FD7-B9C9-CE80D4A8AB17}" srcOrd="5" destOrd="0" presId="urn:microsoft.com/office/officeart/2018/2/layout/IconVerticalSolidList"/>
    <dgm:cxn modelId="{E62B0F15-FB84-401D-B29E-01E7CEE5D8B8}" type="presParOf" srcId="{50A7798E-4483-4807-B4F8-739F397D3824}" destId="{0C3CE01F-C285-4C81-916B-DCA943132594}" srcOrd="6" destOrd="0" presId="urn:microsoft.com/office/officeart/2018/2/layout/IconVerticalSolidList"/>
    <dgm:cxn modelId="{50EFA4A2-FCC6-46DE-A3AB-9B7D837504FF}" type="presParOf" srcId="{0C3CE01F-C285-4C81-916B-DCA943132594}" destId="{45F16D22-8500-4DE4-8576-2676C8AECDAF}" srcOrd="0" destOrd="0" presId="urn:microsoft.com/office/officeart/2018/2/layout/IconVerticalSolidList"/>
    <dgm:cxn modelId="{FD493522-415C-48C5-9B77-DB1ECD47DF43}" type="presParOf" srcId="{0C3CE01F-C285-4C81-916B-DCA943132594}" destId="{17DCE111-12B6-494F-887F-A9760FB7D669}" srcOrd="1" destOrd="0" presId="urn:microsoft.com/office/officeart/2018/2/layout/IconVerticalSolidList"/>
    <dgm:cxn modelId="{FA625B4A-5A3A-4410-8AF5-10BCEE5B139F}" type="presParOf" srcId="{0C3CE01F-C285-4C81-916B-DCA943132594}" destId="{F174E289-87D2-4249-BAC3-8B888B1CF667}" srcOrd="2" destOrd="0" presId="urn:microsoft.com/office/officeart/2018/2/layout/IconVerticalSolidList"/>
    <dgm:cxn modelId="{F1FDA7FA-6856-495C-B1DE-54636EE0C786}" type="presParOf" srcId="{0C3CE01F-C285-4C81-916B-DCA943132594}" destId="{DB0C200B-356E-4B6F-9136-BBD2DF6117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224669-58BC-4E9F-9005-CD49CEED342E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C91C58-0B91-44ED-9667-E34FE318F9E0}">
      <dgm:prSet/>
      <dgm:spPr/>
      <dgm:t>
        <a:bodyPr/>
        <a:lstStyle/>
        <a:p>
          <a:r>
            <a:rPr lang="en-US"/>
            <a:t>Research</a:t>
          </a:r>
        </a:p>
      </dgm:t>
    </dgm:pt>
    <dgm:pt modelId="{0FAFFF30-9771-4778-9A86-0B1C0A0D8B91}" type="parTrans" cxnId="{FE1B145C-0C07-4E8F-8C8D-094A1186BDCA}">
      <dgm:prSet/>
      <dgm:spPr/>
      <dgm:t>
        <a:bodyPr/>
        <a:lstStyle/>
        <a:p>
          <a:endParaRPr lang="en-US"/>
        </a:p>
      </dgm:t>
    </dgm:pt>
    <dgm:pt modelId="{73115C91-8F8A-4CD3-8BDE-AA4E92D038EC}" type="sibTrans" cxnId="{FE1B145C-0C07-4E8F-8C8D-094A1186BDCA}">
      <dgm:prSet/>
      <dgm:spPr/>
      <dgm:t>
        <a:bodyPr/>
        <a:lstStyle/>
        <a:p>
          <a:endParaRPr lang="en-US"/>
        </a:p>
      </dgm:t>
    </dgm:pt>
    <dgm:pt modelId="{2A3DB8A6-49B7-402A-A510-F35A9A1F4943}">
      <dgm:prSet/>
      <dgm:spPr/>
      <dgm:t>
        <a:bodyPr/>
        <a:lstStyle/>
        <a:p>
          <a:r>
            <a:rPr lang="en-US"/>
            <a:t>Research the company</a:t>
          </a:r>
        </a:p>
      </dgm:t>
    </dgm:pt>
    <dgm:pt modelId="{89C252DB-1E3D-4322-BBD9-CC57ACDECEB6}" type="parTrans" cxnId="{6D0DBFCC-8356-4FB5-B7BC-1B4F69178B0A}">
      <dgm:prSet/>
      <dgm:spPr/>
      <dgm:t>
        <a:bodyPr/>
        <a:lstStyle/>
        <a:p>
          <a:endParaRPr lang="en-US"/>
        </a:p>
      </dgm:t>
    </dgm:pt>
    <dgm:pt modelId="{E5DCB18D-4767-43B8-8811-E85958C2EF10}" type="sibTrans" cxnId="{6D0DBFCC-8356-4FB5-B7BC-1B4F69178B0A}">
      <dgm:prSet/>
      <dgm:spPr/>
      <dgm:t>
        <a:bodyPr/>
        <a:lstStyle/>
        <a:p>
          <a:endParaRPr lang="en-US"/>
        </a:p>
      </dgm:t>
    </dgm:pt>
    <dgm:pt modelId="{5F869FF1-1632-4AE6-B465-E8A500DA21AB}">
      <dgm:prSet/>
      <dgm:spPr/>
      <dgm:t>
        <a:bodyPr/>
        <a:lstStyle/>
        <a:p>
          <a:r>
            <a:rPr lang="en-US"/>
            <a:t>Practice</a:t>
          </a:r>
        </a:p>
      </dgm:t>
    </dgm:pt>
    <dgm:pt modelId="{51749CD8-318A-4127-9BED-53752B67524B}" type="parTrans" cxnId="{CF4985AD-0B55-4374-86C8-74B8B0655D23}">
      <dgm:prSet/>
      <dgm:spPr/>
      <dgm:t>
        <a:bodyPr/>
        <a:lstStyle/>
        <a:p>
          <a:endParaRPr lang="en-US"/>
        </a:p>
      </dgm:t>
    </dgm:pt>
    <dgm:pt modelId="{B250C35E-95BF-4FCC-BCA7-F8125B8BDBB1}" type="sibTrans" cxnId="{CF4985AD-0B55-4374-86C8-74B8B0655D23}">
      <dgm:prSet/>
      <dgm:spPr/>
      <dgm:t>
        <a:bodyPr/>
        <a:lstStyle/>
        <a:p>
          <a:endParaRPr lang="en-US"/>
        </a:p>
      </dgm:t>
    </dgm:pt>
    <dgm:pt modelId="{44C64FD4-E86E-45C0-B61E-E2BD22613F20}">
      <dgm:prSet/>
      <dgm:spPr/>
      <dgm:t>
        <a:bodyPr/>
        <a:lstStyle/>
        <a:p>
          <a:r>
            <a:rPr lang="en-US"/>
            <a:t>Practice interview questions</a:t>
          </a:r>
        </a:p>
      </dgm:t>
    </dgm:pt>
    <dgm:pt modelId="{09E015FB-6BD3-47FD-B284-050753531EAC}" type="parTrans" cxnId="{E062FD78-3E64-4CCC-A465-782B3EECED2F}">
      <dgm:prSet/>
      <dgm:spPr/>
      <dgm:t>
        <a:bodyPr/>
        <a:lstStyle/>
        <a:p>
          <a:endParaRPr lang="en-US"/>
        </a:p>
      </dgm:t>
    </dgm:pt>
    <dgm:pt modelId="{F4FEF92B-238C-4332-8C08-7E00C0885717}" type="sibTrans" cxnId="{E062FD78-3E64-4CCC-A465-782B3EECED2F}">
      <dgm:prSet/>
      <dgm:spPr/>
      <dgm:t>
        <a:bodyPr/>
        <a:lstStyle/>
        <a:p>
          <a:endParaRPr lang="en-US"/>
        </a:p>
      </dgm:t>
    </dgm:pt>
    <dgm:pt modelId="{801ECB19-051D-44FB-8653-2F5A2260C076}">
      <dgm:prSet/>
      <dgm:spPr/>
      <dgm:t>
        <a:bodyPr/>
        <a:lstStyle/>
        <a:p>
          <a:r>
            <a:rPr lang="en-US"/>
            <a:t>Dress</a:t>
          </a:r>
        </a:p>
      </dgm:t>
    </dgm:pt>
    <dgm:pt modelId="{B8B6364B-7E4D-473E-A5EE-F4F426FF9D66}" type="parTrans" cxnId="{0D54A47D-A8C6-4C8C-B6BF-119276FACC72}">
      <dgm:prSet/>
      <dgm:spPr/>
      <dgm:t>
        <a:bodyPr/>
        <a:lstStyle/>
        <a:p>
          <a:endParaRPr lang="en-US"/>
        </a:p>
      </dgm:t>
    </dgm:pt>
    <dgm:pt modelId="{6F1A72C8-EF3F-438D-B42C-9BF125107834}" type="sibTrans" cxnId="{0D54A47D-A8C6-4C8C-B6BF-119276FACC72}">
      <dgm:prSet/>
      <dgm:spPr/>
      <dgm:t>
        <a:bodyPr/>
        <a:lstStyle/>
        <a:p>
          <a:endParaRPr lang="en-US"/>
        </a:p>
      </dgm:t>
    </dgm:pt>
    <dgm:pt modelId="{49E38D43-9F05-446D-98C0-D378418C0859}">
      <dgm:prSet/>
      <dgm:spPr/>
      <dgm:t>
        <a:bodyPr/>
        <a:lstStyle/>
        <a:p>
          <a:r>
            <a:rPr lang="en-US"/>
            <a:t>Dress professionally</a:t>
          </a:r>
        </a:p>
      </dgm:t>
    </dgm:pt>
    <dgm:pt modelId="{7C697BA6-65C3-40D0-87D0-B3EA3277668D}" type="parTrans" cxnId="{39EADCCD-D9E5-4F6A-982E-686B37A4DE01}">
      <dgm:prSet/>
      <dgm:spPr/>
      <dgm:t>
        <a:bodyPr/>
        <a:lstStyle/>
        <a:p>
          <a:endParaRPr lang="en-US"/>
        </a:p>
      </dgm:t>
    </dgm:pt>
    <dgm:pt modelId="{75FD73D8-E7FC-4C26-9CC4-E203E54B1856}" type="sibTrans" cxnId="{39EADCCD-D9E5-4F6A-982E-686B37A4DE01}">
      <dgm:prSet/>
      <dgm:spPr/>
      <dgm:t>
        <a:bodyPr/>
        <a:lstStyle/>
        <a:p>
          <a:endParaRPr lang="en-US"/>
        </a:p>
      </dgm:t>
    </dgm:pt>
    <dgm:pt modelId="{DB9E4F4F-A438-41C9-8642-30A1998CBAD8}">
      <dgm:prSet/>
      <dgm:spPr/>
      <dgm:t>
        <a:bodyPr/>
        <a:lstStyle/>
        <a:p>
          <a:r>
            <a:rPr lang="en-US"/>
            <a:t>Communicate</a:t>
          </a:r>
        </a:p>
      </dgm:t>
    </dgm:pt>
    <dgm:pt modelId="{9587A1E8-9E84-4B44-A18E-74ABE0BAA736}" type="parTrans" cxnId="{9F0246B3-1B73-4F51-A897-E519D8D34AD0}">
      <dgm:prSet/>
      <dgm:spPr/>
      <dgm:t>
        <a:bodyPr/>
        <a:lstStyle/>
        <a:p>
          <a:endParaRPr lang="en-US"/>
        </a:p>
      </dgm:t>
    </dgm:pt>
    <dgm:pt modelId="{2454ECB8-587F-44AC-98AA-B57AA686A2C2}" type="sibTrans" cxnId="{9F0246B3-1B73-4F51-A897-E519D8D34AD0}">
      <dgm:prSet/>
      <dgm:spPr/>
      <dgm:t>
        <a:bodyPr/>
        <a:lstStyle/>
        <a:p>
          <a:endParaRPr lang="en-US"/>
        </a:p>
      </dgm:t>
    </dgm:pt>
    <dgm:pt modelId="{17A3E523-4170-4CD8-82CF-EACE25108E5C}">
      <dgm:prSet/>
      <dgm:spPr/>
      <dgm:t>
        <a:bodyPr/>
        <a:lstStyle/>
        <a:p>
          <a:r>
            <a:rPr lang="en-US"/>
            <a:t>Communicate confidently</a:t>
          </a:r>
        </a:p>
      </dgm:t>
    </dgm:pt>
    <dgm:pt modelId="{FE22E2E9-2C89-400A-9B95-13E50F02140E}" type="parTrans" cxnId="{2D26CDFA-CCA5-4002-AB51-2920CFA44727}">
      <dgm:prSet/>
      <dgm:spPr/>
      <dgm:t>
        <a:bodyPr/>
        <a:lstStyle/>
        <a:p>
          <a:endParaRPr lang="en-US"/>
        </a:p>
      </dgm:t>
    </dgm:pt>
    <dgm:pt modelId="{D4B0DA8D-B98A-4EA3-A650-BF3CF3613CB4}" type="sibTrans" cxnId="{2D26CDFA-CCA5-4002-AB51-2920CFA44727}">
      <dgm:prSet/>
      <dgm:spPr/>
      <dgm:t>
        <a:bodyPr/>
        <a:lstStyle/>
        <a:p>
          <a:endParaRPr lang="en-US"/>
        </a:p>
      </dgm:t>
    </dgm:pt>
    <dgm:pt modelId="{236A65FB-F98D-457E-9BD3-25D11C9E8E64}" type="pres">
      <dgm:prSet presAssocID="{35224669-58BC-4E9F-9005-CD49CEED342E}" presName="Name0" presStyleCnt="0">
        <dgm:presLayoutVars>
          <dgm:dir/>
          <dgm:animLvl val="lvl"/>
          <dgm:resizeHandles val="exact"/>
        </dgm:presLayoutVars>
      </dgm:prSet>
      <dgm:spPr/>
    </dgm:pt>
    <dgm:pt modelId="{5037E243-10F4-400F-84CF-8291E59F07EB}" type="pres">
      <dgm:prSet presAssocID="{DB9E4F4F-A438-41C9-8642-30A1998CBAD8}" presName="boxAndChildren" presStyleCnt="0"/>
      <dgm:spPr/>
    </dgm:pt>
    <dgm:pt modelId="{4B5AE80E-118B-408A-9458-F55CF19AD076}" type="pres">
      <dgm:prSet presAssocID="{DB9E4F4F-A438-41C9-8642-30A1998CBAD8}" presName="parentTextBox" presStyleLbl="alignNode1" presStyleIdx="0" presStyleCnt="4"/>
      <dgm:spPr/>
    </dgm:pt>
    <dgm:pt modelId="{BE7F360E-26DF-4DA3-9B51-332E8DDDB4F2}" type="pres">
      <dgm:prSet presAssocID="{DB9E4F4F-A438-41C9-8642-30A1998CBAD8}" presName="descendantBox" presStyleLbl="bgAccFollowNode1" presStyleIdx="0" presStyleCnt="4"/>
      <dgm:spPr/>
    </dgm:pt>
    <dgm:pt modelId="{0B772407-FBEB-475D-BA40-8F67D8B50306}" type="pres">
      <dgm:prSet presAssocID="{6F1A72C8-EF3F-438D-B42C-9BF125107834}" presName="sp" presStyleCnt="0"/>
      <dgm:spPr/>
    </dgm:pt>
    <dgm:pt modelId="{32733D9D-3368-4F6F-B0E5-F51CE2F24DE0}" type="pres">
      <dgm:prSet presAssocID="{801ECB19-051D-44FB-8653-2F5A2260C076}" presName="arrowAndChildren" presStyleCnt="0"/>
      <dgm:spPr/>
    </dgm:pt>
    <dgm:pt modelId="{E3F21E0B-50FA-4CE3-ACAF-69384E7D9161}" type="pres">
      <dgm:prSet presAssocID="{801ECB19-051D-44FB-8653-2F5A2260C076}" presName="parentTextArrow" presStyleLbl="node1" presStyleIdx="0" presStyleCnt="0"/>
      <dgm:spPr/>
    </dgm:pt>
    <dgm:pt modelId="{43ED11FC-A46E-40C8-8237-872FF660DFC7}" type="pres">
      <dgm:prSet presAssocID="{801ECB19-051D-44FB-8653-2F5A2260C076}" presName="arrow" presStyleLbl="alignNode1" presStyleIdx="1" presStyleCnt="4"/>
      <dgm:spPr/>
    </dgm:pt>
    <dgm:pt modelId="{9E06F68E-A482-4CD6-8244-3CE0C8C5C014}" type="pres">
      <dgm:prSet presAssocID="{801ECB19-051D-44FB-8653-2F5A2260C076}" presName="descendantArrow" presStyleLbl="bgAccFollowNode1" presStyleIdx="1" presStyleCnt="4"/>
      <dgm:spPr/>
    </dgm:pt>
    <dgm:pt modelId="{3D8F29B3-4EC8-4AB4-AB66-0154CE0ABB0A}" type="pres">
      <dgm:prSet presAssocID="{B250C35E-95BF-4FCC-BCA7-F8125B8BDBB1}" presName="sp" presStyleCnt="0"/>
      <dgm:spPr/>
    </dgm:pt>
    <dgm:pt modelId="{6FB164F5-0D67-4D5D-9A57-357A0A21636A}" type="pres">
      <dgm:prSet presAssocID="{5F869FF1-1632-4AE6-B465-E8A500DA21AB}" presName="arrowAndChildren" presStyleCnt="0"/>
      <dgm:spPr/>
    </dgm:pt>
    <dgm:pt modelId="{51FE225E-1236-4FFE-B1D1-0D244B912EFD}" type="pres">
      <dgm:prSet presAssocID="{5F869FF1-1632-4AE6-B465-E8A500DA21AB}" presName="parentTextArrow" presStyleLbl="node1" presStyleIdx="0" presStyleCnt="0"/>
      <dgm:spPr/>
    </dgm:pt>
    <dgm:pt modelId="{FB96837A-95A9-4335-A1C3-5B9ABD221FF2}" type="pres">
      <dgm:prSet presAssocID="{5F869FF1-1632-4AE6-B465-E8A500DA21AB}" presName="arrow" presStyleLbl="alignNode1" presStyleIdx="2" presStyleCnt="4"/>
      <dgm:spPr/>
    </dgm:pt>
    <dgm:pt modelId="{087B5FC6-1845-4ACA-93E7-B6B370A44025}" type="pres">
      <dgm:prSet presAssocID="{5F869FF1-1632-4AE6-B465-E8A500DA21AB}" presName="descendantArrow" presStyleLbl="bgAccFollowNode1" presStyleIdx="2" presStyleCnt="4"/>
      <dgm:spPr/>
    </dgm:pt>
    <dgm:pt modelId="{89EF8CD6-7DBD-40CB-8580-3D56A7660739}" type="pres">
      <dgm:prSet presAssocID="{73115C91-8F8A-4CD3-8BDE-AA4E92D038EC}" presName="sp" presStyleCnt="0"/>
      <dgm:spPr/>
    </dgm:pt>
    <dgm:pt modelId="{4F611270-7E0A-446B-80FA-6BA0B7E8FCDC}" type="pres">
      <dgm:prSet presAssocID="{D3C91C58-0B91-44ED-9667-E34FE318F9E0}" presName="arrowAndChildren" presStyleCnt="0"/>
      <dgm:spPr/>
    </dgm:pt>
    <dgm:pt modelId="{28818E1C-74A7-48CA-8CF8-E664F4BA6ED1}" type="pres">
      <dgm:prSet presAssocID="{D3C91C58-0B91-44ED-9667-E34FE318F9E0}" presName="parentTextArrow" presStyleLbl="node1" presStyleIdx="0" presStyleCnt="0"/>
      <dgm:spPr/>
    </dgm:pt>
    <dgm:pt modelId="{74ED9793-7CFE-405B-92BA-E242E964FD67}" type="pres">
      <dgm:prSet presAssocID="{D3C91C58-0B91-44ED-9667-E34FE318F9E0}" presName="arrow" presStyleLbl="alignNode1" presStyleIdx="3" presStyleCnt="4"/>
      <dgm:spPr/>
    </dgm:pt>
    <dgm:pt modelId="{3F7CB329-4C5A-4AF7-8BD6-CF60DDEDF70F}" type="pres">
      <dgm:prSet presAssocID="{D3C91C58-0B91-44ED-9667-E34FE318F9E0}" presName="descendantArrow" presStyleLbl="bgAccFollowNode1" presStyleIdx="3" presStyleCnt="4"/>
      <dgm:spPr/>
    </dgm:pt>
  </dgm:ptLst>
  <dgm:cxnLst>
    <dgm:cxn modelId="{3023FE29-0E95-4488-9316-E09A39891D58}" type="presOf" srcId="{5F869FF1-1632-4AE6-B465-E8A500DA21AB}" destId="{51FE225E-1236-4FFE-B1D1-0D244B912EFD}" srcOrd="0" destOrd="0" presId="urn:microsoft.com/office/officeart/2016/7/layout/VerticalDownArrowProcess"/>
    <dgm:cxn modelId="{FE1B145C-0C07-4E8F-8C8D-094A1186BDCA}" srcId="{35224669-58BC-4E9F-9005-CD49CEED342E}" destId="{D3C91C58-0B91-44ED-9667-E34FE318F9E0}" srcOrd="0" destOrd="0" parTransId="{0FAFFF30-9771-4778-9A86-0B1C0A0D8B91}" sibTransId="{73115C91-8F8A-4CD3-8BDE-AA4E92D038EC}"/>
    <dgm:cxn modelId="{F307606D-B7EC-4B03-9985-D92B4FBB4D81}" type="presOf" srcId="{801ECB19-051D-44FB-8653-2F5A2260C076}" destId="{43ED11FC-A46E-40C8-8237-872FF660DFC7}" srcOrd="1" destOrd="0" presId="urn:microsoft.com/office/officeart/2016/7/layout/VerticalDownArrowProcess"/>
    <dgm:cxn modelId="{BE813974-917D-43CA-8270-808B972F182E}" type="presOf" srcId="{D3C91C58-0B91-44ED-9667-E34FE318F9E0}" destId="{28818E1C-74A7-48CA-8CF8-E664F4BA6ED1}" srcOrd="0" destOrd="0" presId="urn:microsoft.com/office/officeart/2016/7/layout/VerticalDownArrowProcess"/>
    <dgm:cxn modelId="{8EB50655-5A99-4739-9FC5-A36164470E46}" type="presOf" srcId="{DB9E4F4F-A438-41C9-8642-30A1998CBAD8}" destId="{4B5AE80E-118B-408A-9458-F55CF19AD076}" srcOrd="0" destOrd="0" presId="urn:microsoft.com/office/officeart/2016/7/layout/VerticalDownArrowProcess"/>
    <dgm:cxn modelId="{E062FD78-3E64-4CCC-A465-782B3EECED2F}" srcId="{5F869FF1-1632-4AE6-B465-E8A500DA21AB}" destId="{44C64FD4-E86E-45C0-B61E-E2BD22613F20}" srcOrd="0" destOrd="0" parTransId="{09E015FB-6BD3-47FD-B284-050753531EAC}" sibTransId="{F4FEF92B-238C-4332-8C08-7E00C0885717}"/>
    <dgm:cxn modelId="{09DBD07A-5A02-4268-B459-352D80382E71}" type="presOf" srcId="{2A3DB8A6-49B7-402A-A510-F35A9A1F4943}" destId="{3F7CB329-4C5A-4AF7-8BD6-CF60DDEDF70F}" srcOrd="0" destOrd="0" presId="urn:microsoft.com/office/officeart/2016/7/layout/VerticalDownArrowProcess"/>
    <dgm:cxn modelId="{0D54A47D-A8C6-4C8C-B6BF-119276FACC72}" srcId="{35224669-58BC-4E9F-9005-CD49CEED342E}" destId="{801ECB19-051D-44FB-8653-2F5A2260C076}" srcOrd="2" destOrd="0" parTransId="{B8B6364B-7E4D-473E-A5EE-F4F426FF9D66}" sibTransId="{6F1A72C8-EF3F-438D-B42C-9BF125107834}"/>
    <dgm:cxn modelId="{88133D81-0BFA-4F96-9C19-4164EC644CF3}" type="presOf" srcId="{5F869FF1-1632-4AE6-B465-E8A500DA21AB}" destId="{FB96837A-95A9-4335-A1C3-5B9ABD221FF2}" srcOrd="1" destOrd="0" presId="urn:microsoft.com/office/officeart/2016/7/layout/VerticalDownArrowProcess"/>
    <dgm:cxn modelId="{AE6F7C83-9442-4524-801E-BD0F1EC4697F}" type="presOf" srcId="{17A3E523-4170-4CD8-82CF-EACE25108E5C}" destId="{BE7F360E-26DF-4DA3-9B51-332E8DDDB4F2}" srcOrd="0" destOrd="0" presId="urn:microsoft.com/office/officeart/2016/7/layout/VerticalDownArrowProcess"/>
    <dgm:cxn modelId="{575E5092-019B-4186-8850-DB783BCE956A}" type="presOf" srcId="{D3C91C58-0B91-44ED-9667-E34FE318F9E0}" destId="{74ED9793-7CFE-405B-92BA-E242E964FD67}" srcOrd="1" destOrd="0" presId="urn:microsoft.com/office/officeart/2016/7/layout/VerticalDownArrowProcess"/>
    <dgm:cxn modelId="{2A980EA1-2F20-4BE5-B67D-F688D6F8BA98}" type="presOf" srcId="{49E38D43-9F05-446D-98C0-D378418C0859}" destId="{9E06F68E-A482-4CD6-8244-3CE0C8C5C014}" srcOrd="0" destOrd="0" presId="urn:microsoft.com/office/officeart/2016/7/layout/VerticalDownArrowProcess"/>
    <dgm:cxn modelId="{CF4985AD-0B55-4374-86C8-74B8B0655D23}" srcId="{35224669-58BC-4E9F-9005-CD49CEED342E}" destId="{5F869FF1-1632-4AE6-B465-E8A500DA21AB}" srcOrd="1" destOrd="0" parTransId="{51749CD8-318A-4127-9BED-53752B67524B}" sibTransId="{B250C35E-95BF-4FCC-BCA7-F8125B8BDBB1}"/>
    <dgm:cxn modelId="{9F0246B3-1B73-4F51-A897-E519D8D34AD0}" srcId="{35224669-58BC-4E9F-9005-CD49CEED342E}" destId="{DB9E4F4F-A438-41C9-8642-30A1998CBAD8}" srcOrd="3" destOrd="0" parTransId="{9587A1E8-9E84-4B44-A18E-74ABE0BAA736}" sibTransId="{2454ECB8-587F-44AC-98AA-B57AA686A2C2}"/>
    <dgm:cxn modelId="{6B4C0CBE-6F82-4B59-9AAF-449E19DABAF9}" type="presOf" srcId="{35224669-58BC-4E9F-9005-CD49CEED342E}" destId="{236A65FB-F98D-457E-9BD3-25D11C9E8E64}" srcOrd="0" destOrd="0" presId="urn:microsoft.com/office/officeart/2016/7/layout/VerticalDownArrowProcess"/>
    <dgm:cxn modelId="{6D0DBFCC-8356-4FB5-B7BC-1B4F69178B0A}" srcId="{D3C91C58-0B91-44ED-9667-E34FE318F9E0}" destId="{2A3DB8A6-49B7-402A-A510-F35A9A1F4943}" srcOrd="0" destOrd="0" parTransId="{89C252DB-1E3D-4322-BBD9-CC57ACDECEB6}" sibTransId="{E5DCB18D-4767-43B8-8811-E85958C2EF10}"/>
    <dgm:cxn modelId="{39EADCCD-D9E5-4F6A-982E-686B37A4DE01}" srcId="{801ECB19-051D-44FB-8653-2F5A2260C076}" destId="{49E38D43-9F05-446D-98C0-D378418C0859}" srcOrd="0" destOrd="0" parTransId="{7C697BA6-65C3-40D0-87D0-B3EA3277668D}" sibTransId="{75FD73D8-E7FC-4C26-9CC4-E203E54B1856}"/>
    <dgm:cxn modelId="{A0973CDA-73DC-4BA3-BB09-79D756C5AABB}" type="presOf" srcId="{44C64FD4-E86E-45C0-B61E-E2BD22613F20}" destId="{087B5FC6-1845-4ACA-93E7-B6B370A44025}" srcOrd="0" destOrd="0" presId="urn:microsoft.com/office/officeart/2016/7/layout/VerticalDownArrowProcess"/>
    <dgm:cxn modelId="{9BDAC7F1-9E2F-47AD-9B37-01C71B7BFE67}" type="presOf" srcId="{801ECB19-051D-44FB-8653-2F5A2260C076}" destId="{E3F21E0B-50FA-4CE3-ACAF-69384E7D9161}" srcOrd="0" destOrd="0" presId="urn:microsoft.com/office/officeart/2016/7/layout/VerticalDownArrowProcess"/>
    <dgm:cxn modelId="{2D26CDFA-CCA5-4002-AB51-2920CFA44727}" srcId="{DB9E4F4F-A438-41C9-8642-30A1998CBAD8}" destId="{17A3E523-4170-4CD8-82CF-EACE25108E5C}" srcOrd="0" destOrd="0" parTransId="{FE22E2E9-2C89-400A-9B95-13E50F02140E}" sibTransId="{D4B0DA8D-B98A-4EA3-A650-BF3CF3613CB4}"/>
    <dgm:cxn modelId="{167078AB-C951-4D59-BC31-CD829DCA546F}" type="presParOf" srcId="{236A65FB-F98D-457E-9BD3-25D11C9E8E64}" destId="{5037E243-10F4-400F-84CF-8291E59F07EB}" srcOrd="0" destOrd="0" presId="urn:microsoft.com/office/officeart/2016/7/layout/VerticalDownArrowProcess"/>
    <dgm:cxn modelId="{149C0947-DDA5-4CFC-B2E2-9E5FFF2E93FD}" type="presParOf" srcId="{5037E243-10F4-400F-84CF-8291E59F07EB}" destId="{4B5AE80E-118B-408A-9458-F55CF19AD076}" srcOrd="0" destOrd="0" presId="urn:microsoft.com/office/officeart/2016/7/layout/VerticalDownArrowProcess"/>
    <dgm:cxn modelId="{8160BD6C-DF68-4E01-A0F9-BE1128251F64}" type="presParOf" srcId="{5037E243-10F4-400F-84CF-8291E59F07EB}" destId="{BE7F360E-26DF-4DA3-9B51-332E8DDDB4F2}" srcOrd="1" destOrd="0" presId="urn:microsoft.com/office/officeart/2016/7/layout/VerticalDownArrowProcess"/>
    <dgm:cxn modelId="{C70422F4-7961-407F-8AC5-307F9AC8A3D3}" type="presParOf" srcId="{236A65FB-F98D-457E-9BD3-25D11C9E8E64}" destId="{0B772407-FBEB-475D-BA40-8F67D8B50306}" srcOrd="1" destOrd="0" presId="urn:microsoft.com/office/officeart/2016/7/layout/VerticalDownArrowProcess"/>
    <dgm:cxn modelId="{21C6DD96-3577-4E69-A9E8-714C774367C6}" type="presParOf" srcId="{236A65FB-F98D-457E-9BD3-25D11C9E8E64}" destId="{32733D9D-3368-4F6F-B0E5-F51CE2F24DE0}" srcOrd="2" destOrd="0" presId="urn:microsoft.com/office/officeart/2016/7/layout/VerticalDownArrowProcess"/>
    <dgm:cxn modelId="{71022EF2-E77C-4FF0-AA18-53C1C232D58E}" type="presParOf" srcId="{32733D9D-3368-4F6F-B0E5-F51CE2F24DE0}" destId="{E3F21E0B-50FA-4CE3-ACAF-69384E7D9161}" srcOrd="0" destOrd="0" presId="urn:microsoft.com/office/officeart/2016/7/layout/VerticalDownArrowProcess"/>
    <dgm:cxn modelId="{1B3401E7-6E71-42E2-9A64-BA8516A899BA}" type="presParOf" srcId="{32733D9D-3368-4F6F-B0E5-F51CE2F24DE0}" destId="{43ED11FC-A46E-40C8-8237-872FF660DFC7}" srcOrd="1" destOrd="0" presId="urn:microsoft.com/office/officeart/2016/7/layout/VerticalDownArrowProcess"/>
    <dgm:cxn modelId="{CFD0BEA1-DA84-4799-94E4-8E1C9CCC8F9C}" type="presParOf" srcId="{32733D9D-3368-4F6F-B0E5-F51CE2F24DE0}" destId="{9E06F68E-A482-4CD6-8244-3CE0C8C5C014}" srcOrd="2" destOrd="0" presId="urn:microsoft.com/office/officeart/2016/7/layout/VerticalDownArrowProcess"/>
    <dgm:cxn modelId="{7F4D09D1-39A0-4B67-9E31-E02E8AFEE1EF}" type="presParOf" srcId="{236A65FB-F98D-457E-9BD3-25D11C9E8E64}" destId="{3D8F29B3-4EC8-4AB4-AB66-0154CE0ABB0A}" srcOrd="3" destOrd="0" presId="urn:microsoft.com/office/officeart/2016/7/layout/VerticalDownArrowProcess"/>
    <dgm:cxn modelId="{985B7149-73F6-4872-AF76-30534423405F}" type="presParOf" srcId="{236A65FB-F98D-457E-9BD3-25D11C9E8E64}" destId="{6FB164F5-0D67-4D5D-9A57-357A0A21636A}" srcOrd="4" destOrd="0" presId="urn:microsoft.com/office/officeart/2016/7/layout/VerticalDownArrowProcess"/>
    <dgm:cxn modelId="{F8ABD037-D0B3-41A4-B85C-A7B89A16BAC2}" type="presParOf" srcId="{6FB164F5-0D67-4D5D-9A57-357A0A21636A}" destId="{51FE225E-1236-4FFE-B1D1-0D244B912EFD}" srcOrd="0" destOrd="0" presId="urn:microsoft.com/office/officeart/2016/7/layout/VerticalDownArrowProcess"/>
    <dgm:cxn modelId="{C6A13941-F4A8-4F42-98DF-BCACE2AFC5CD}" type="presParOf" srcId="{6FB164F5-0D67-4D5D-9A57-357A0A21636A}" destId="{FB96837A-95A9-4335-A1C3-5B9ABD221FF2}" srcOrd="1" destOrd="0" presId="urn:microsoft.com/office/officeart/2016/7/layout/VerticalDownArrowProcess"/>
    <dgm:cxn modelId="{81EA984D-1152-4A1D-A2BF-E063CCF39D73}" type="presParOf" srcId="{6FB164F5-0D67-4D5D-9A57-357A0A21636A}" destId="{087B5FC6-1845-4ACA-93E7-B6B370A44025}" srcOrd="2" destOrd="0" presId="urn:microsoft.com/office/officeart/2016/7/layout/VerticalDownArrowProcess"/>
    <dgm:cxn modelId="{8A842EBF-B934-4A79-A590-EFB069E8F467}" type="presParOf" srcId="{236A65FB-F98D-457E-9BD3-25D11C9E8E64}" destId="{89EF8CD6-7DBD-40CB-8580-3D56A7660739}" srcOrd="5" destOrd="0" presId="urn:microsoft.com/office/officeart/2016/7/layout/VerticalDownArrowProcess"/>
    <dgm:cxn modelId="{BD86B588-B117-4D9C-91AE-9DF10D89DCD8}" type="presParOf" srcId="{236A65FB-F98D-457E-9BD3-25D11C9E8E64}" destId="{4F611270-7E0A-446B-80FA-6BA0B7E8FCDC}" srcOrd="6" destOrd="0" presId="urn:microsoft.com/office/officeart/2016/7/layout/VerticalDownArrowProcess"/>
    <dgm:cxn modelId="{F05D76E5-08C0-44B4-A0D8-5570F81F4175}" type="presParOf" srcId="{4F611270-7E0A-446B-80FA-6BA0B7E8FCDC}" destId="{28818E1C-74A7-48CA-8CF8-E664F4BA6ED1}" srcOrd="0" destOrd="0" presId="urn:microsoft.com/office/officeart/2016/7/layout/VerticalDownArrowProcess"/>
    <dgm:cxn modelId="{C10F1CC4-4098-4B93-B759-813349E5D4E3}" type="presParOf" srcId="{4F611270-7E0A-446B-80FA-6BA0B7E8FCDC}" destId="{74ED9793-7CFE-405B-92BA-E242E964FD67}" srcOrd="1" destOrd="0" presId="urn:microsoft.com/office/officeart/2016/7/layout/VerticalDownArrowProcess"/>
    <dgm:cxn modelId="{5EFBF9BC-80A8-4B76-B8D7-EC0BD7C2A3C1}" type="presParOf" srcId="{4F611270-7E0A-446B-80FA-6BA0B7E8FCDC}" destId="{3F7CB329-4C5A-4AF7-8BD6-CF60DDEDF70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6FAC582-6E2E-4766-AB3C-849EE50F872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DCAF204-BE31-4E47-A7D9-3D4385935BDE}">
      <dgm:prSet/>
      <dgm:spPr/>
      <dgm:t>
        <a:bodyPr/>
        <a:lstStyle/>
        <a:p>
          <a:r>
            <a:rPr lang="en-US"/>
            <a:t>Complete workbook activities</a:t>
          </a:r>
        </a:p>
      </dgm:t>
    </dgm:pt>
    <dgm:pt modelId="{DF55EBC7-8555-42CF-AA2A-EFECD4EE9C09}" type="parTrans" cxnId="{2693B9A5-A390-408E-9EBC-4DF7D8D26332}">
      <dgm:prSet/>
      <dgm:spPr/>
      <dgm:t>
        <a:bodyPr/>
        <a:lstStyle/>
        <a:p>
          <a:endParaRPr lang="en-US"/>
        </a:p>
      </dgm:t>
    </dgm:pt>
    <dgm:pt modelId="{B47B51C0-3889-433B-9743-C26F8D6A5F62}" type="sibTrans" cxnId="{2693B9A5-A390-408E-9EBC-4DF7D8D2633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EC84CA3-F429-4F40-82AB-585AD887E41C}">
      <dgm:prSet/>
      <dgm:spPr/>
      <dgm:t>
        <a:bodyPr/>
        <a:lstStyle/>
        <a:p>
          <a:r>
            <a:rPr lang="en-US"/>
            <a:t>Participate in discussions</a:t>
          </a:r>
        </a:p>
      </dgm:t>
    </dgm:pt>
    <dgm:pt modelId="{AB05056E-A5B4-4558-A8D9-9BE674424C8F}" type="parTrans" cxnId="{2E8EEDF3-7FC6-4004-A227-FFDC470A44B1}">
      <dgm:prSet/>
      <dgm:spPr/>
      <dgm:t>
        <a:bodyPr/>
        <a:lstStyle/>
        <a:p>
          <a:endParaRPr lang="en-US"/>
        </a:p>
      </dgm:t>
    </dgm:pt>
    <dgm:pt modelId="{134BDFF9-39DB-4C86-9CE4-9BE2C3DCAA0C}" type="sibTrans" cxnId="{2E8EEDF3-7FC6-4004-A227-FFDC470A44B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E8EB7D3-1682-4B05-83BC-5F57613E6730}">
      <dgm:prSet/>
      <dgm:spPr/>
      <dgm:t>
        <a:bodyPr/>
        <a:lstStyle/>
        <a:p>
          <a:r>
            <a:rPr lang="en-US"/>
            <a:t>Prepare for assessments</a:t>
          </a:r>
        </a:p>
      </dgm:t>
    </dgm:pt>
    <dgm:pt modelId="{B446D14B-F414-4F87-9BFE-8B123DBAB3C9}" type="parTrans" cxnId="{BD7619C8-35CC-4F8D-B720-BDE7A40CD7E2}">
      <dgm:prSet/>
      <dgm:spPr/>
      <dgm:t>
        <a:bodyPr/>
        <a:lstStyle/>
        <a:p>
          <a:endParaRPr lang="en-US"/>
        </a:p>
      </dgm:t>
    </dgm:pt>
    <dgm:pt modelId="{C5B3026A-02EA-4166-8E59-555B7F782E03}" type="sibTrans" cxnId="{BD7619C8-35CC-4F8D-B720-BDE7A40CD7E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004F7A6-E676-46B4-8A4A-572E1202BDDB}">
      <dgm:prSet/>
      <dgm:spPr/>
      <dgm:t>
        <a:bodyPr/>
        <a:lstStyle/>
        <a:p>
          <a:r>
            <a:rPr lang="en-US"/>
            <a:t>Submit learner evidence</a:t>
          </a:r>
        </a:p>
      </dgm:t>
    </dgm:pt>
    <dgm:pt modelId="{D1B088B5-C634-48AF-B370-77CF297F3DB8}" type="parTrans" cxnId="{F984AD18-F2D7-400E-BA64-2568340548EE}">
      <dgm:prSet/>
      <dgm:spPr/>
      <dgm:t>
        <a:bodyPr/>
        <a:lstStyle/>
        <a:p>
          <a:endParaRPr lang="en-US"/>
        </a:p>
      </dgm:t>
    </dgm:pt>
    <dgm:pt modelId="{36F1596D-080E-480A-8974-F9091247E97B}" type="sibTrans" cxnId="{F984AD18-F2D7-400E-BA64-2568340548E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039D46E3-8204-4C1F-A599-D4ACE7F7E76B}" type="pres">
      <dgm:prSet presAssocID="{16FAC582-6E2E-4766-AB3C-849EE50F8721}" presName="Name0" presStyleCnt="0">
        <dgm:presLayoutVars>
          <dgm:animLvl val="lvl"/>
          <dgm:resizeHandles val="exact"/>
        </dgm:presLayoutVars>
      </dgm:prSet>
      <dgm:spPr/>
    </dgm:pt>
    <dgm:pt modelId="{854F89D0-BB5D-4D98-82B2-F02393A85ACF}" type="pres">
      <dgm:prSet presAssocID="{FDCAF204-BE31-4E47-A7D9-3D4385935BDE}" presName="compositeNode" presStyleCnt="0">
        <dgm:presLayoutVars>
          <dgm:bulletEnabled val="1"/>
        </dgm:presLayoutVars>
      </dgm:prSet>
      <dgm:spPr/>
    </dgm:pt>
    <dgm:pt modelId="{82626F6C-C703-4685-9238-E395A45BB682}" type="pres">
      <dgm:prSet presAssocID="{FDCAF204-BE31-4E47-A7D9-3D4385935BDE}" presName="bgRect" presStyleLbl="bgAccFollowNode1" presStyleIdx="0" presStyleCnt="4"/>
      <dgm:spPr/>
    </dgm:pt>
    <dgm:pt modelId="{47B6A80C-7CB8-4399-A5B6-FFDC024B6B47}" type="pres">
      <dgm:prSet presAssocID="{B47B51C0-3889-433B-9743-C26F8D6A5F6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758453C5-6EEE-44DB-8564-D3BEFA3E56FC}" type="pres">
      <dgm:prSet presAssocID="{FDCAF204-BE31-4E47-A7D9-3D4385935BDE}" presName="bottomLine" presStyleLbl="alignNode1" presStyleIdx="1" presStyleCnt="8">
        <dgm:presLayoutVars/>
      </dgm:prSet>
      <dgm:spPr/>
    </dgm:pt>
    <dgm:pt modelId="{852A494C-2057-4865-8067-0DB02AA953EA}" type="pres">
      <dgm:prSet presAssocID="{FDCAF204-BE31-4E47-A7D9-3D4385935BDE}" presName="nodeText" presStyleLbl="bgAccFollowNode1" presStyleIdx="0" presStyleCnt="4">
        <dgm:presLayoutVars>
          <dgm:bulletEnabled val="1"/>
        </dgm:presLayoutVars>
      </dgm:prSet>
      <dgm:spPr/>
    </dgm:pt>
    <dgm:pt modelId="{69CF0BD3-FC64-4063-BCD2-E9BC52E77595}" type="pres">
      <dgm:prSet presAssocID="{B47B51C0-3889-433B-9743-C26F8D6A5F62}" presName="sibTrans" presStyleCnt="0"/>
      <dgm:spPr/>
    </dgm:pt>
    <dgm:pt modelId="{441D8578-A42D-4520-B35D-608DEF07A838}" type="pres">
      <dgm:prSet presAssocID="{7EC84CA3-F429-4F40-82AB-585AD887E41C}" presName="compositeNode" presStyleCnt="0">
        <dgm:presLayoutVars>
          <dgm:bulletEnabled val="1"/>
        </dgm:presLayoutVars>
      </dgm:prSet>
      <dgm:spPr/>
    </dgm:pt>
    <dgm:pt modelId="{3C7F81AB-BE95-42DF-A982-1DF93BB1410C}" type="pres">
      <dgm:prSet presAssocID="{7EC84CA3-F429-4F40-82AB-585AD887E41C}" presName="bgRect" presStyleLbl="bgAccFollowNode1" presStyleIdx="1" presStyleCnt="4"/>
      <dgm:spPr/>
    </dgm:pt>
    <dgm:pt modelId="{AB06288C-3DFC-4D57-9441-DEBC9FC002FC}" type="pres">
      <dgm:prSet presAssocID="{134BDFF9-39DB-4C86-9CE4-9BE2C3DCAA0C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5AA90D6-D4A4-403B-BB64-01A12CB78338}" type="pres">
      <dgm:prSet presAssocID="{7EC84CA3-F429-4F40-82AB-585AD887E41C}" presName="bottomLine" presStyleLbl="alignNode1" presStyleIdx="3" presStyleCnt="8">
        <dgm:presLayoutVars/>
      </dgm:prSet>
      <dgm:spPr/>
    </dgm:pt>
    <dgm:pt modelId="{E009EC9E-D2B0-455E-863E-D426D3B7B8A0}" type="pres">
      <dgm:prSet presAssocID="{7EC84CA3-F429-4F40-82AB-585AD887E41C}" presName="nodeText" presStyleLbl="bgAccFollowNode1" presStyleIdx="1" presStyleCnt="4">
        <dgm:presLayoutVars>
          <dgm:bulletEnabled val="1"/>
        </dgm:presLayoutVars>
      </dgm:prSet>
      <dgm:spPr/>
    </dgm:pt>
    <dgm:pt modelId="{AF863118-AC56-4E69-8A75-C0CE90BF67BD}" type="pres">
      <dgm:prSet presAssocID="{134BDFF9-39DB-4C86-9CE4-9BE2C3DCAA0C}" presName="sibTrans" presStyleCnt="0"/>
      <dgm:spPr/>
    </dgm:pt>
    <dgm:pt modelId="{8587EC54-CF41-4E3A-9FD1-1FE20407B839}" type="pres">
      <dgm:prSet presAssocID="{0E8EB7D3-1682-4B05-83BC-5F57613E6730}" presName="compositeNode" presStyleCnt="0">
        <dgm:presLayoutVars>
          <dgm:bulletEnabled val="1"/>
        </dgm:presLayoutVars>
      </dgm:prSet>
      <dgm:spPr/>
    </dgm:pt>
    <dgm:pt modelId="{3D815487-CBC0-43A1-A1C8-FCA53EAD4462}" type="pres">
      <dgm:prSet presAssocID="{0E8EB7D3-1682-4B05-83BC-5F57613E6730}" presName="bgRect" presStyleLbl="bgAccFollowNode1" presStyleIdx="2" presStyleCnt="4"/>
      <dgm:spPr/>
    </dgm:pt>
    <dgm:pt modelId="{B44BFA1F-9024-41DE-BA4E-37F851F543B3}" type="pres">
      <dgm:prSet presAssocID="{C5B3026A-02EA-4166-8E59-555B7F782E03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BFBCCD4D-F04A-434D-88E7-8AA450F3542B}" type="pres">
      <dgm:prSet presAssocID="{0E8EB7D3-1682-4B05-83BC-5F57613E6730}" presName="bottomLine" presStyleLbl="alignNode1" presStyleIdx="5" presStyleCnt="8">
        <dgm:presLayoutVars/>
      </dgm:prSet>
      <dgm:spPr/>
    </dgm:pt>
    <dgm:pt modelId="{A706B679-2652-4D32-AB3F-E04B776B6AC3}" type="pres">
      <dgm:prSet presAssocID="{0E8EB7D3-1682-4B05-83BC-5F57613E6730}" presName="nodeText" presStyleLbl="bgAccFollowNode1" presStyleIdx="2" presStyleCnt="4">
        <dgm:presLayoutVars>
          <dgm:bulletEnabled val="1"/>
        </dgm:presLayoutVars>
      </dgm:prSet>
      <dgm:spPr/>
    </dgm:pt>
    <dgm:pt modelId="{63D7A72B-5B56-46C1-A1CC-5B723BFF11E9}" type="pres">
      <dgm:prSet presAssocID="{C5B3026A-02EA-4166-8E59-555B7F782E03}" presName="sibTrans" presStyleCnt="0"/>
      <dgm:spPr/>
    </dgm:pt>
    <dgm:pt modelId="{C59C5A95-FAF0-4B2C-869F-A4E8BB3F9AD1}" type="pres">
      <dgm:prSet presAssocID="{2004F7A6-E676-46B4-8A4A-572E1202BDDB}" presName="compositeNode" presStyleCnt="0">
        <dgm:presLayoutVars>
          <dgm:bulletEnabled val="1"/>
        </dgm:presLayoutVars>
      </dgm:prSet>
      <dgm:spPr/>
    </dgm:pt>
    <dgm:pt modelId="{F52CE97E-305B-40DD-9CCC-D8F80021A928}" type="pres">
      <dgm:prSet presAssocID="{2004F7A6-E676-46B4-8A4A-572E1202BDDB}" presName="bgRect" presStyleLbl="bgAccFollowNode1" presStyleIdx="3" presStyleCnt="4"/>
      <dgm:spPr/>
    </dgm:pt>
    <dgm:pt modelId="{C345E873-A5EB-4D37-A7B4-22E7EA5F0E5C}" type="pres">
      <dgm:prSet presAssocID="{36F1596D-080E-480A-8974-F9091247E97B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1A64F20B-4AF0-42BB-A4FD-981102824432}" type="pres">
      <dgm:prSet presAssocID="{2004F7A6-E676-46B4-8A4A-572E1202BDDB}" presName="bottomLine" presStyleLbl="alignNode1" presStyleIdx="7" presStyleCnt="8">
        <dgm:presLayoutVars/>
      </dgm:prSet>
      <dgm:spPr/>
    </dgm:pt>
    <dgm:pt modelId="{33DA3EB7-7BDD-43E9-A2C9-4B469BE39E8F}" type="pres">
      <dgm:prSet presAssocID="{2004F7A6-E676-46B4-8A4A-572E1202BDDB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25EEE715-5B5C-4FB9-A7AC-81239E4714F7}" type="presOf" srcId="{16FAC582-6E2E-4766-AB3C-849EE50F8721}" destId="{039D46E3-8204-4C1F-A599-D4ACE7F7E76B}" srcOrd="0" destOrd="0" presId="urn:microsoft.com/office/officeart/2016/7/layout/BasicLinearProcessNumbered"/>
    <dgm:cxn modelId="{F984AD18-F2D7-400E-BA64-2568340548EE}" srcId="{16FAC582-6E2E-4766-AB3C-849EE50F8721}" destId="{2004F7A6-E676-46B4-8A4A-572E1202BDDB}" srcOrd="3" destOrd="0" parTransId="{D1B088B5-C634-48AF-B370-77CF297F3DB8}" sibTransId="{36F1596D-080E-480A-8974-F9091247E97B}"/>
    <dgm:cxn modelId="{38B36626-5B62-45BB-9548-8942E1C9B73F}" type="presOf" srcId="{FDCAF204-BE31-4E47-A7D9-3D4385935BDE}" destId="{852A494C-2057-4865-8067-0DB02AA953EA}" srcOrd="1" destOrd="0" presId="urn:microsoft.com/office/officeart/2016/7/layout/BasicLinearProcessNumbered"/>
    <dgm:cxn modelId="{F1F3022E-B816-46CC-955D-05403D8336D2}" type="presOf" srcId="{7EC84CA3-F429-4F40-82AB-585AD887E41C}" destId="{E009EC9E-D2B0-455E-863E-D426D3B7B8A0}" srcOrd="1" destOrd="0" presId="urn:microsoft.com/office/officeart/2016/7/layout/BasicLinearProcessNumbered"/>
    <dgm:cxn modelId="{84EB513A-52E1-40E5-A53B-C935D8F0E2AB}" type="presOf" srcId="{2004F7A6-E676-46B4-8A4A-572E1202BDDB}" destId="{F52CE97E-305B-40DD-9CCC-D8F80021A928}" srcOrd="0" destOrd="0" presId="urn:microsoft.com/office/officeart/2016/7/layout/BasicLinearProcessNumbered"/>
    <dgm:cxn modelId="{5DE37B61-B943-4A2F-828B-5817478687AC}" type="presOf" srcId="{C5B3026A-02EA-4166-8E59-555B7F782E03}" destId="{B44BFA1F-9024-41DE-BA4E-37F851F543B3}" srcOrd="0" destOrd="0" presId="urn:microsoft.com/office/officeart/2016/7/layout/BasicLinearProcessNumbered"/>
    <dgm:cxn modelId="{A7C8D062-2EDB-44B8-B43A-3D288B84DCA7}" type="presOf" srcId="{134BDFF9-39DB-4C86-9CE4-9BE2C3DCAA0C}" destId="{AB06288C-3DFC-4D57-9441-DEBC9FC002FC}" srcOrd="0" destOrd="0" presId="urn:microsoft.com/office/officeart/2016/7/layout/BasicLinearProcessNumbered"/>
    <dgm:cxn modelId="{1B33FF42-8C97-4180-98B7-883E0B948BFB}" type="presOf" srcId="{36F1596D-080E-480A-8974-F9091247E97B}" destId="{C345E873-A5EB-4D37-A7B4-22E7EA5F0E5C}" srcOrd="0" destOrd="0" presId="urn:microsoft.com/office/officeart/2016/7/layout/BasicLinearProcessNumbered"/>
    <dgm:cxn modelId="{63D07A44-E54B-4AEB-A3F5-C9ABB32610B0}" type="presOf" srcId="{FDCAF204-BE31-4E47-A7D9-3D4385935BDE}" destId="{82626F6C-C703-4685-9238-E395A45BB682}" srcOrd="0" destOrd="0" presId="urn:microsoft.com/office/officeart/2016/7/layout/BasicLinearProcessNumbered"/>
    <dgm:cxn modelId="{98CFCC6E-C1E8-48CE-8F80-4A6EC9DF27E8}" type="presOf" srcId="{0E8EB7D3-1682-4B05-83BC-5F57613E6730}" destId="{A706B679-2652-4D32-AB3F-E04B776B6AC3}" srcOrd="1" destOrd="0" presId="urn:microsoft.com/office/officeart/2016/7/layout/BasicLinearProcessNumbered"/>
    <dgm:cxn modelId="{5F6B0772-A2D1-4E18-A482-42D81A7C70E1}" type="presOf" srcId="{2004F7A6-E676-46B4-8A4A-572E1202BDDB}" destId="{33DA3EB7-7BDD-43E9-A2C9-4B469BE39E8F}" srcOrd="1" destOrd="0" presId="urn:microsoft.com/office/officeart/2016/7/layout/BasicLinearProcessNumbered"/>
    <dgm:cxn modelId="{1AF4E275-6D35-4A9A-8490-092606FF2C8B}" type="presOf" srcId="{0E8EB7D3-1682-4B05-83BC-5F57613E6730}" destId="{3D815487-CBC0-43A1-A1C8-FCA53EAD4462}" srcOrd="0" destOrd="0" presId="urn:microsoft.com/office/officeart/2016/7/layout/BasicLinearProcessNumbered"/>
    <dgm:cxn modelId="{42757DA0-6367-43FF-9254-6AB97449C85F}" type="presOf" srcId="{7EC84CA3-F429-4F40-82AB-585AD887E41C}" destId="{3C7F81AB-BE95-42DF-A982-1DF93BB1410C}" srcOrd="0" destOrd="0" presId="urn:microsoft.com/office/officeart/2016/7/layout/BasicLinearProcessNumbered"/>
    <dgm:cxn modelId="{2693B9A5-A390-408E-9EBC-4DF7D8D26332}" srcId="{16FAC582-6E2E-4766-AB3C-849EE50F8721}" destId="{FDCAF204-BE31-4E47-A7D9-3D4385935BDE}" srcOrd="0" destOrd="0" parTransId="{DF55EBC7-8555-42CF-AA2A-EFECD4EE9C09}" sibTransId="{B47B51C0-3889-433B-9743-C26F8D6A5F62}"/>
    <dgm:cxn modelId="{BD7619C8-35CC-4F8D-B720-BDE7A40CD7E2}" srcId="{16FAC582-6E2E-4766-AB3C-849EE50F8721}" destId="{0E8EB7D3-1682-4B05-83BC-5F57613E6730}" srcOrd="2" destOrd="0" parTransId="{B446D14B-F414-4F87-9BFE-8B123DBAB3C9}" sibTransId="{C5B3026A-02EA-4166-8E59-555B7F782E03}"/>
    <dgm:cxn modelId="{7E8A13E2-6CEE-4A81-A3E0-5B0C2572E04A}" type="presOf" srcId="{B47B51C0-3889-433B-9743-C26F8D6A5F62}" destId="{47B6A80C-7CB8-4399-A5B6-FFDC024B6B47}" srcOrd="0" destOrd="0" presId="urn:microsoft.com/office/officeart/2016/7/layout/BasicLinearProcessNumbered"/>
    <dgm:cxn modelId="{2E8EEDF3-7FC6-4004-A227-FFDC470A44B1}" srcId="{16FAC582-6E2E-4766-AB3C-849EE50F8721}" destId="{7EC84CA3-F429-4F40-82AB-585AD887E41C}" srcOrd="1" destOrd="0" parTransId="{AB05056E-A5B4-4558-A8D9-9BE674424C8F}" sibTransId="{134BDFF9-39DB-4C86-9CE4-9BE2C3DCAA0C}"/>
    <dgm:cxn modelId="{9FF50000-7DEC-4134-A5FE-452F4C1BD7B4}" type="presParOf" srcId="{039D46E3-8204-4C1F-A599-D4ACE7F7E76B}" destId="{854F89D0-BB5D-4D98-82B2-F02393A85ACF}" srcOrd="0" destOrd="0" presId="urn:microsoft.com/office/officeart/2016/7/layout/BasicLinearProcessNumbered"/>
    <dgm:cxn modelId="{B4C19FB3-1057-4520-8CF9-028A39C65F3D}" type="presParOf" srcId="{854F89D0-BB5D-4D98-82B2-F02393A85ACF}" destId="{82626F6C-C703-4685-9238-E395A45BB682}" srcOrd="0" destOrd="0" presId="urn:microsoft.com/office/officeart/2016/7/layout/BasicLinearProcessNumbered"/>
    <dgm:cxn modelId="{33FCCE6F-707F-45D0-9B09-164260326D62}" type="presParOf" srcId="{854F89D0-BB5D-4D98-82B2-F02393A85ACF}" destId="{47B6A80C-7CB8-4399-A5B6-FFDC024B6B47}" srcOrd="1" destOrd="0" presId="urn:microsoft.com/office/officeart/2016/7/layout/BasicLinearProcessNumbered"/>
    <dgm:cxn modelId="{7477E1CD-CE50-4461-BE3C-C3716D117F57}" type="presParOf" srcId="{854F89D0-BB5D-4D98-82B2-F02393A85ACF}" destId="{758453C5-6EEE-44DB-8564-D3BEFA3E56FC}" srcOrd="2" destOrd="0" presId="urn:microsoft.com/office/officeart/2016/7/layout/BasicLinearProcessNumbered"/>
    <dgm:cxn modelId="{55C4DBDD-9FE6-4E3D-B2D9-606ADE451403}" type="presParOf" srcId="{854F89D0-BB5D-4D98-82B2-F02393A85ACF}" destId="{852A494C-2057-4865-8067-0DB02AA953EA}" srcOrd="3" destOrd="0" presId="urn:microsoft.com/office/officeart/2016/7/layout/BasicLinearProcessNumbered"/>
    <dgm:cxn modelId="{1DCBC935-EB5E-4213-8B5A-C5C9F88EC762}" type="presParOf" srcId="{039D46E3-8204-4C1F-A599-D4ACE7F7E76B}" destId="{69CF0BD3-FC64-4063-BCD2-E9BC52E77595}" srcOrd="1" destOrd="0" presId="urn:microsoft.com/office/officeart/2016/7/layout/BasicLinearProcessNumbered"/>
    <dgm:cxn modelId="{59F25BAB-D91E-45F1-9616-EA19604C3AD9}" type="presParOf" srcId="{039D46E3-8204-4C1F-A599-D4ACE7F7E76B}" destId="{441D8578-A42D-4520-B35D-608DEF07A838}" srcOrd="2" destOrd="0" presId="urn:microsoft.com/office/officeart/2016/7/layout/BasicLinearProcessNumbered"/>
    <dgm:cxn modelId="{9C0AF142-4340-405F-A995-CBA0459B495B}" type="presParOf" srcId="{441D8578-A42D-4520-B35D-608DEF07A838}" destId="{3C7F81AB-BE95-42DF-A982-1DF93BB1410C}" srcOrd="0" destOrd="0" presId="urn:microsoft.com/office/officeart/2016/7/layout/BasicLinearProcessNumbered"/>
    <dgm:cxn modelId="{8823A55D-D921-4EC0-9515-6A6E21D20126}" type="presParOf" srcId="{441D8578-A42D-4520-B35D-608DEF07A838}" destId="{AB06288C-3DFC-4D57-9441-DEBC9FC002FC}" srcOrd="1" destOrd="0" presId="urn:microsoft.com/office/officeart/2016/7/layout/BasicLinearProcessNumbered"/>
    <dgm:cxn modelId="{7B260E51-036A-4118-99DF-21B4D3BCD7F8}" type="presParOf" srcId="{441D8578-A42D-4520-B35D-608DEF07A838}" destId="{D5AA90D6-D4A4-403B-BB64-01A12CB78338}" srcOrd="2" destOrd="0" presId="urn:microsoft.com/office/officeart/2016/7/layout/BasicLinearProcessNumbered"/>
    <dgm:cxn modelId="{473C7FAD-A09E-499B-9A99-DBCBDB1CC628}" type="presParOf" srcId="{441D8578-A42D-4520-B35D-608DEF07A838}" destId="{E009EC9E-D2B0-455E-863E-D426D3B7B8A0}" srcOrd="3" destOrd="0" presId="urn:microsoft.com/office/officeart/2016/7/layout/BasicLinearProcessNumbered"/>
    <dgm:cxn modelId="{0752DB4D-DBC3-45D5-9B68-F14ECEFC24EC}" type="presParOf" srcId="{039D46E3-8204-4C1F-A599-D4ACE7F7E76B}" destId="{AF863118-AC56-4E69-8A75-C0CE90BF67BD}" srcOrd="3" destOrd="0" presId="urn:microsoft.com/office/officeart/2016/7/layout/BasicLinearProcessNumbered"/>
    <dgm:cxn modelId="{5D5FE524-1182-4673-8A3C-E747D4058FA1}" type="presParOf" srcId="{039D46E3-8204-4C1F-A599-D4ACE7F7E76B}" destId="{8587EC54-CF41-4E3A-9FD1-1FE20407B839}" srcOrd="4" destOrd="0" presId="urn:microsoft.com/office/officeart/2016/7/layout/BasicLinearProcessNumbered"/>
    <dgm:cxn modelId="{CFDB50F7-FB6B-4EB6-95F2-9D83BFCB533E}" type="presParOf" srcId="{8587EC54-CF41-4E3A-9FD1-1FE20407B839}" destId="{3D815487-CBC0-43A1-A1C8-FCA53EAD4462}" srcOrd="0" destOrd="0" presId="urn:microsoft.com/office/officeart/2016/7/layout/BasicLinearProcessNumbered"/>
    <dgm:cxn modelId="{DC2DDA20-8621-4EC9-BD03-B3056A4A2F7B}" type="presParOf" srcId="{8587EC54-CF41-4E3A-9FD1-1FE20407B839}" destId="{B44BFA1F-9024-41DE-BA4E-37F851F543B3}" srcOrd="1" destOrd="0" presId="urn:microsoft.com/office/officeart/2016/7/layout/BasicLinearProcessNumbered"/>
    <dgm:cxn modelId="{02C5CD40-EC08-4944-BE5F-0C32613E168E}" type="presParOf" srcId="{8587EC54-CF41-4E3A-9FD1-1FE20407B839}" destId="{BFBCCD4D-F04A-434D-88E7-8AA450F3542B}" srcOrd="2" destOrd="0" presId="urn:microsoft.com/office/officeart/2016/7/layout/BasicLinearProcessNumbered"/>
    <dgm:cxn modelId="{8B490844-279F-4F46-A917-559CA8F3F02D}" type="presParOf" srcId="{8587EC54-CF41-4E3A-9FD1-1FE20407B839}" destId="{A706B679-2652-4D32-AB3F-E04B776B6AC3}" srcOrd="3" destOrd="0" presId="urn:microsoft.com/office/officeart/2016/7/layout/BasicLinearProcessNumbered"/>
    <dgm:cxn modelId="{0235E8BF-CF55-47AF-89E9-EF42EEEFB1F5}" type="presParOf" srcId="{039D46E3-8204-4C1F-A599-D4ACE7F7E76B}" destId="{63D7A72B-5B56-46C1-A1CC-5B723BFF11E9}" srcOrd="5" destOrd="0" presId="urn:microsoft.com/office/officeart/2016/7/layout/BasicLinearProcessNumbered"/>
    <dgm:cxn modelId="{0321A04F-2149-49BF-8F33-843A1CB1DAE6}" type="presParOf" srcId="{039D46E3-8204-4C1F-A599-D4ACE7F7E76B}" destId="{C59C5A95-FAF0-4B2C-869F-A4E8BB3F9AD1}" srcOrd="6" destOrd="0" presId="urn:microsoft.com/office/officeart/2016/7/layout/BasicLinearProcessNumbered"/>
    <dgm:cxn modelId="{6506A64F-DF22-4719-8C6D-90E6D044DA7E}" type="presParOf" srcId="{C59C5A95-FAF0-4B2C-869F-A4E8BB3F9AD1}" destId="{F52CE97E-305B-40DD-9CCC-D8F80021A928}" srcOrd="0" destOrd="0" presId="urn:microsoft.com/office/officeart/2016/7/layout/BasicLinearProcessNumbered"/>
    <dgm:cxn modelId="{97B92C70-CB0C-4142-988B-C90DD27E0ABC}" type="presParOf" srcId="{C59C5A95-FAF0-4B2C-869F-A4E8BB3F9AD1}" destId="{C345E873-A5EB-4D37-A7B4-22E7EA5F0E5C}" srcOrd="1" destOrd="0" presId="urn:microsoft.com/office/officeart/2016/7/layout/BasicLinearProcessNumbered"/>
    <dgm:cxn modelId="{289285D8-ABA4-4DA1-B281-162599E11C32}" type="presParOf" srcId="{C59C5A95-FAF0-4B2C-869F-A4E8BB3F9AD1}" destId="{1A64F20B-4AF0-42BB-A4FD-981102824432}" srcOrd="2" destOrd="0" presId="urn:microsoft.com/office/officeart/2016/7/layout/BasicLinearProcessNumbered"/>
    <dgm:cxn modelId="{2603C626-AB98-4F7D-9BDD-DB573039617B}" type="presParOf" srcId="{C59C5A95-FAF0-4B2C-869F-A4E8BB3F9AD1}" destId="{33DA3EB7-7BDD-43E9-A2C9-4B469BE39E8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9C1A1-7218-4B18-B7A1-5A588BFB2A97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18CC34-7409-4C40-B75D-3300F31559A2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464FA-0144-4EB4-9C50-3E5F6D0AEF50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Prepare learners for workplace placement</a:t>
          </a:r>
        </a:p>
      </dsp:txBody>
      <dsp:txXfrm>
        <a:off x="1209819" y="2066"/>
        <a:ext cx="3761783" cy="1047462"/>
      </dsp:txXfrm>
    </dsp:sp>
    <dsp:sp modelId="{9FAA52EC-CFCC-456D-8B9A-DB9833E44039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C854E-90E9-48BF-AAA3-DB2957349CCF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CBDD1-A4B3-4B5C-8B6C-2305703A9400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Develop employability and life skills</a:t>
          </a:r>
        </a:p>
      </dsp:txBody>
      <dsp:txXfrm>
        <a:off x="1209819" y="1311395"/>
        <a:ext cx="3761783" cy="1047462"/>
      </dsp:txXfrm>
    </dsp:sp>
    <dsp:sp modelId="{C410DAD0-7A4F-47C1-B94B-62DF7D9D0AB4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1E6B2-FBEB-4D0F-BE15-6D59BB4F07FA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766B2-4D2A-4FC9-9BDF-18CED5FFF8BB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 confidence and professionalism</a:t>
          </a:r>
        </a:p>
      </dsp:txBody>
      <dsp:txXfrm>
        <a:off x="1209819" y="2620723"/>
        <a:ext cx="3761783" cy="1047462"/>
      </dsp:txXfrm>
    </dsp:sp>
    <dsp:sp modelId="{768255C8-1520-40BF-AAD8-BFA2822823A7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0B8AA0-79CF-482C-B414-2CAF49ED0D54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9C788-7A3E-42AC-980D-4057E48E8229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Prepare learners for interviews and teamwork</a:t>
          </a:r>
        </a:p>
      </dsp:txBody>
      <dsp:txXfrm>
        <a:off x="1209819" y="3930051"/>
        <a:ext cx="3761783" cy="1047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F4BAE-821D-48BC-8410-B0932777FE41}">
      <dsp:nvSpPr>
        <dsp:cNvPr id="0" name=""/>
        <dsp:cNvSpPr/>
      </dsp:nvSpPr>
      <dsp:spPr>
        <a:xfrm>
          <a:off x="994320" y="2297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Dress appropriately</a:t>
          </a:r>
        </a:p>
      </dsp:txBody>
      <dsp:txXfrm>
        <a:off x="994320" y="2297"/>
        <a:ext cx="3977282" cy="1190187"/>
      </dsp:txXfrm>
    </dsp:sp>
    <dsp:sp modelId="{D9862E9B-D15D-4F52-97AE-B2E22793A8FB}">
      <dsp:nvSpPr>
        <dsp:cNvPr id="0" name=""/>
        <dsp:cNvSpPr/>
      </dsp:nvSpPr>
      <dsp:spPr>
        <a:xfrm>
          <a:off x="0" y="2297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Dress</a:t>
          </a:r>
        </a:p>
      </dsp:txBody>
      <dsp:txXfrm>
        <a:off x="0" y="2297"/>
        <a:ext cx="994320" cy="1190187"/>
      </dsp:txXfrm>
    </dsp:sp>
    <dsp:sp modelId="{D9387544-481B-4DB6-BC3F-A0ABAE5AE5D0}">
      <dsp:nvSpPr>
        <dsp:cNvPr id="0" name=""/>
        <dsp:cNvSpPr/>
      </dsp:nvSpPr>
      <dsp:spPr>
        <a:xfrm>
          <a:off x="994320" y="1263896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 punctual</a:t>
          </a:r>
        </a:p>
      </dsp:txBody>
      <dsp:txXfrm>
        <a:off x="994320" y="1263896"/>
        <a:ext cx="3977282" cy="1190187"/>
      </dsp:txXfrm>
    </dsp:sp>
    <dsp:sp modelId="{0FA4895F-4C8C-47AB-9ADF-B4B9E7808DEB}">
      <dsp:nvSpPr>
        <dsp:cNvPr id="0" name=""/>
        <dsp:cNvSpPr/>
      </dsp:nvSpPr>
      <dsp:spPr>
        <a:xfrm>
          <a:off x="0" y="12638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</a:t>
          </a:r>
        </a:p>
      </dsp:txBody>
      <dsp:txXfrm>
        <a:off x="0" y="1263896"/>
        <a:ext cx="994320" cy="1190187"/>
      </dsp:txXfrm>
    </dsp:sp>
    <dsp:sp modelId="{8557A1D1-87F3-406F-86EA-3517A4CD0F13}">
      <dsp:nvSpPr>
        <dsp:cNvPr id="0" name=""/>
        <dsp:cNvSpPr/>
      </dsp:nvSpPr>
      <dsp:spPr>
        <a:xfrm>
          <a:off x="994320" y="2525496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Communicate respectfully</a:t>
          </a:r>
        </a:p>
      </dsp:txBody>
      <dsp:txXfrm>
        <a:off x="994320" y="2525496"/>
        <a:ext cx="3977282" cy="1190187"/>
      </dsp:txXfrm>
    </dsp:sp>
    <dsp:sp modelId="{03765689-26F3-46D0-BAB9-5AC74619269A}">
      <dsp:nvSpPr>
        <dsp:cNvPr id="0" name=""/>
        <dsp:cNvSpPr/>
      </dsp:nvSpPr>
      <dsp:spPr>
        <a:xfrm>
          <a:off x="0" y="25254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Communicate</a:t>
          </a:r>
        </a:p>
      </dsp:txBody>
      <dsp:txXfrm>
        <a:off x="0" y="2525496"/>
        <a:ext cx="994320" cy="1190187"/>
      </dsp:txXfrm>
    </dsp:sp>
    <dsp:sp modelId="{6C77F13B-2CAD-417A-B653-2549547C240C}">
      <dsp:nvSpPr>
        <dsp:cNvPr id="0" name=""/>
        <dsp:cNvSpPr/>
      </dsp:nvSpPr>
      <dsp:spPr>
        <a:xfrm>
          <a:off x="994320" y="3787095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Take accountability</a:t>
          </a:r>
        </a:p>
      </dsp:txBody>
      <dsp:txXfrm>
        <a:off x="994320" y="3787095"/>
        <a:ext cx="3977282" cy="1190187"/>
      </dsp:txXfrm>
    </dsp:sp>
    <dsp:sp modelId="{A2B1BB1B-0038-40C3-BB18-F60642138D3A}">
      <dsp:nvSpPr>
        <dsp:cNvPr id="0" name=""/>
        <dsp:cNvSpPr/>
      </dsp:nvSpPr>
      <dsp:spPr>
        <a:xfrm>
          <a:off x="0" y="3787095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Take</a:t>
          </a:r>
        </a:p>
      </dsp:txBody>
      <dsp:txXfrm>
        <a:off x="0" y="3787095"/>
        <a:ext cx="994320" cy="11901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6F5AC-9FCD-4731-A4A1-53CA6CFA7350}">
      <dsp:nvSpPr>
        <dsp:cNvPr id="0" name=""/>
        <dsp:cNvSpPr/>
      </dsp:nvSpPr>
      <dsp:spPr>
        <a:xfrm>
          <a:off x="538202" y="1009"/>
          <a:ext cx="2557164" cy="15342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Active listening</a:t>
          </a:r>
        </a:p>
      </dsp:txBody>
      <dsp:txXfrm>
        <a:off x="583140" y="45947"/>
        <a:ext cx="2467288" cy="1444422"/>
      </dsp:txXfrm>
    </dsp:sp>
    <dsp:sp modelId="{5396AD2F-870D-4D1A-8D19-251029E9CA63}">
      <dsp:nvSpPr>
        <dsp:cNvPr id="0" name=""/>
        <dsp:cNvSpPr/>
      </dsp:nvSpPr>
      <dsp:spPr>
        <a:xfrm>
          <a:off x="3320397" y="451070"/>
          <a:ext cx="542118" cy="6341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320397" y="577905"/>
        <a:ext cx="379483" cy="380506"/>
      </dsp:txXfrm>
    </dsp:sp>
    <dsp:sp modelId="{7EDF02E8-31F0-4D0B-A1D2-8629B8EBA547}">
      <dsp:nvSpPr>
        <dsp:cNvPr id="0" name=""/>
        <dsp:cNvSpPr/>
      </dsp:nvSpPr>
      <dsp:spPr>
        <a:xfrm>
          <a:off x="4118232" y="1009"/>
          <a:ext cx="2557164" cy="15342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Clear verbal communication</a:t>
          </a:r>
        </a:p>
      </dsp:txBody>
      <dsp:txXfrm>
        <a:off x="4163170" y="45947"/>
        <a:ext cx="2467288" cy="1444422"/>
      </dsp:txXfrm>
    </dsp:sp>
    <dsp:sp modelId="{8154F076-9115-4AE0-89DC-7BEDF2E2E808}">
      <dsp:nvSpPr>
        <dsp:cNvPr id="0" name=""/>
        <dsp:cNvSpPr/>
      </dsp:nvSpPr>
      <dsp:spPr>
        <a:xfrm rot="5400000">
          <a:off x="5125755" y="1714309"/>
          <a:ext cx="542118" cy="6341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-5400000">
        <a:off x="5206562" y="1760338"/>
        <a:ext cx="380506" cy="379483"/>
      </dsp:txXfrm>
    </dsp:sp>
    <dsp:sp modelId="{E01C96B8-B87D-496A-B9AC-DB3ABE1ABFAB}">
      <dsp:nvSpPr>
        <dsp:cNvPr id="0" name=""/>
        <dsp:cNvSpPr/>
      </dsp:nvSpPr>
      <dsp:spPr>
        <a:xfrm>
          <a:off x="4118232" y="2558173"/>
          <a:ext cx="2557164" cy="15342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Professional emails</a:t>
          </a:r>
        </a:p>
      </dsp:txBody>
      <dsp:txXfrm>
        <a:off x="4163170" y="2603111"/>
        <a:ext cx="2467288" cy="1444422"/>
      </dsp:txXfrm>
    </dsp:sp>
    <dsp:sp modelId="{48F88F34-7FE2-4A29-8D9B-8EAF570C7663}">
      <dsp:nvSpPr>
        <dsp:cNvPr id="0" name=""/>
        <dsp:cNvSpPr/>
      </dsp:nvSpPr>
      <dsp:spPr>
        <a:xfrm rot="10800000">
          <a:off x="3351083" y="3008234"/>
          <a:ext cx="542118" cy="6341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3513718" y="3135069"/>
        <a:ext cx="379483" cy="380506"/>
      </dsp:txXfrm>
    </dsp:sp>
    <dsp:sp modelId="{719BC53C-C5F8-44DE-9A95-B24714D2AD73}">
      <dsp:nvSpPr>
        <dsp:cNvPr id="0" name=""/>
        <dsp:cNvSpPr/>
      </dsp:nvSpPr>
      <dsp:spPr>
        <a:xfrm>
          <a:off x="538202" y="2558173"/>
          <a:ext cx="2557164" cy="153429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Positive body language</a:t>
          </a:r>
        </a:p>
      </dsp:txBody>
      <dsp:txXfrm>
        <a:off x="583140" y="2603111"/>
        <a:ext cx="2467288" cy="14444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F28C0-CF8F-4000-89EB-E93E32BC7B4F}">
      <dsp:nvSpPr>
        <dsp:cNvPr id="0" name=""/>
        <dsp:cNvSpPr/>
      </dsp:nvSpPr>
      <dsp:spPr>
        <a:xfrm>
          <a:off x="314144" y="109119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304A7-1F5C-4878-897B-59A3A3F0D79A}">
      <dsp:nvSpPr>
        <dsp:cNvPr id="0" name=""/>
        <dsp:cNvSpPr/>
      </dsp:nvSpPr>
      <dsp:spPr>
        <a:xfrm>
          <a:off x="521179" y="1298229"/>
          <a:ext cx="557402" cy="557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67665-DFA2-41E8-A98B-92C175D58924}">
      <dsp:nvSpPr>
        <dsp:cNvPr id="0" name=""/>
        <dsp:cNvSpPr/>
      </dsp:nvSpPr>
      <dsp:spPr>
        <a:xfrm>
          <a:off x="3591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Support others</a:t>
          </a:r>
        </a:p>
      </dsp:txBody>
      <dsp:txXfrm>
        <a:off x="3591" y="2365256"/>
        <a:ext cx="1592578" cy="637031"/>
      </dsp:txXfrm>
    </dsp:sp>
    <dsp:sp modelId="{D6D66686-65EB-4702-9B12-EAB6CB78F7AE}">
      <dsp:nvSpPr>
        <dsp:cNvPr id="0" name=""/>
        <dsp:cNvSpPr/>
      </dsp:nvSpPr>
      <dsp:spPr>
        <a:xfrm>
          <a:off x="2185424" y="109119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D59A06-B74C-402B-B89B-98271AD848B5}">
      <dsp:nvSpPr>
        <dsp:cNvPr id="0" name=""/>
        <dsp:cNvSpPr/>
      </dsp:nvSpPr>
      <dsp:spPr>
        <a:xfrm>
          <a:off x="2392459" y="1298229"/>
          <a:ext cx="557402" cy="557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B4073-50E5-46CB-806C-DCC0F97B9F91}">
      <dsp:nvSpPr>
        <dsp:cNvPr id="0" name=""/>
        <dsp:cNvSpPr/>
      </dsp:nvSpPr>
      <dsp:spPr>
        <a:xfrm>
          <a:off x="1874871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Respect opinions</a:t>
          </a:r>
        </a:p>
      </dsp:txBody>
      <dsp:txXfrm>
        <a:off x="1874871" y="2365256"/>
        <a:ext cx="1592578" cy="637031"/>
      </dsp:txXfrm>
    </dsp:sp>
    <dsp:sp modelId="{E498E130-022F-451F-AA38-FFBE40CFF319}">
      <dsp:nvSpPr>
        <dsp:cNvPr id="0" name=""/>
        <dsp:cNvSpPr/>
      </dsp:nvSpPr>
      <dsp:spPr>
        <a:xfrm>
          <a:off x="4056703" y="109119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D243B-3965-4F68-97E1-0E98B485A5D6}">
      <dsp:nvSpPr>
        <dsp:cNvPr id="0" name=""/>
        <dsp:cNvSpPr/>
      </dsp:nvSpPr>
      <dsp:spPr>
        <a:xfrm>
          <a:off x="4263738" y="1298229"/>
          <a:ext cx="557402" cy="557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AD1A3-C95F-4E45-A040-5C7097F31A62}">
      <dsp:nvSpPr>
        <dsp:cNvPr id="0" name=""/>
        <dsp:cNvSpPr/>
      </dsp:nvSpPr>
      <dsp:spPr>
        <a:xfrm>
          <a:off x="3746150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Work toward shared goals</a:t>
          </a:r>
        </a:p>
      </dsp:txBody>
      <dsp:txXfrm>
        <a:off x="3746150" y="2365256"/>
        <a:ext cx="1592578" cy="637031"/>
      </dsp:txXfrm>
    </dsp:sp>
    <dsp:sp modelId="{099E1663-9205-482F-9A02-8C9FD2372662}">
      <dsp:nvSpPr>
        <dsp:cNvPr id="0" name=""/>
        <dsp:cNvSpPr/>
      </dsp:nvSpPr>
      <dsp:spPr>
        <a:xfrm>
          <a:off x="5927982" y="109119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0DE78-DA36-4870-BB14-D8EB6A928588}">
      <dsp:nvSpPr>
        <dsp:cNvPr id="0" name=""/>
        <dsp:cNvSpPr/>
      </dsp:nvSpPr>
      <dsp:spPr>
        <a:xfrm>
          <a:off x="6135017" y="1298229"/>
          <a:ext cx="557402" cy="557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9D904-FA7F-4B5F-9F2B-E9F472D0B65C}">
      <dsp:nvSpPr>
        <dsp:cNvPr id="0" name=""/>
        <dsp:cNvSpPr/>
      </dsp:nvSpPr>
      <dsp:spPr>
        <a:xfrm>
          <a:off x="5617429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Solve problems together</a:t>
          </a:r>
        </a:p>
      </dsp:txBody>
      <dsp:txXfrm>
        <a:off x="5617429" y="2365256"/>
        <a:ext cx="1592578" cy="6370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2E5FB-5B7E-43BD-9D01-7BC994B94712}">
      <dsp:nvSpPr>
        <dsp:cNvPr id="0" name=""/>
        <dsp:cNvSpPr/>
      </dsp:nvSpPr>
      <dsp:spPr>
        <a:xfrm>
          <a:off x="441550" y="1247090"/>
          <a:ext cx="716660" cy="716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F2ECF-A4C2-4D5D-9304-DB1315D8E025}">
      <dsp:nvSpPr>
        <dsp:cNvPr id="0" name=""/>
        <dsp:cNvSpPr/>
      </dsp:nvSpPr>
      <dsp:spPr>
        <a:xfrm>
          <a:off x="3591" y="2209359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Plan tasks</a:t>
          </a:r>
        </a:p>
      </dsp:txBody>
      <dsp:txXfrm>
        <a:off x="3591" y="2209359"/>
        <a:ext cx="1592578" cy="637031"/>
      </dsp:txXfrm>
    </dsp:sp>
    <dsp:sp modelId="{4F51A4EB-DEEA-4ED0-B1CF-5B0B3F31BE2F}">
      <dsp:nvSpPr>
        <dsp:cNvPr id="0" name=""/>
        <dsp:cNvSpPr/>
      </dsp:nvSpPr>
      <dsp:spPr>
        <a:xfrm>
          <a:off x="2312830" y="1247090"/>
          <a:ext cx="716660" cy="716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4D4B-8E7B-4960-A63E-2C8296F2B8FB}">
      <dsp:nvSpPr>
        <dsp:cNvPr id="0" name=""/>
        <dsp:cNvSpPr/>
      </dsp:nvSpPr>
      <dsp:spPr>
        <a:xfrm>
          <a:off x="1874871" y="2209359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Prioritize work</a:t>
          </a:r>
        </a:p>
      </dsp:txBody>
      <dsp:txXfrm>
        <a:off x="1874871" y="2209359"/>
        <a:ext cx="1592578" cy="637031"/>
      </dsp:txXfrm>
    </dsp:sp>
    <dsp:sp modelId="{176BD98B-627E-4F4B-9C82-7B547121E975}">
      <dsp:nvSpPr>
        <dsp:cNvPr id="0" name=""/>
        <dsp:cNvSpPr/>
      </dsp:nvSpPr>
      <dsp:spPr>
        <a:xfrm>
          <a:off x="4184109" y="1247090"/>
          <a:ext cx="716660" cy="716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ACE13-E22F-4CEE-B76E-4E72E9D4AD97}">
      <dsp:nvSpPr>
        <dsp:cNvPr id="0" name=""/>
        <dsp:cNvSpPr/>
      </dsp:nvSpPr>
      <dsp:spPr>
        <a:xfrm>
          <a:off x="3746150" y="2209359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Meet deadlines</a:t>
          </a:r>
        </a:p>
      </dsp:txBody>
      <dsp:txXfrm>
        <a:off x="3746150" y="2209359"/>
        <a:ext cx="1592578" cy="637031"/>
      </dsp:txXfrm>
    </dsp:sp>
    <dsp:sp modelId="{6DA09839-4426-418B-98ED-A6E75A6947EC}">
      <dsp:nvSpPr>
        <dsp:cNvPr id="0" name=""/>
        <dsp:cNvSpPr/>
      </dsp:nvSpPr>
      <dsp:spPr>
        <a:xfrm>
          <a:off x="6055388" y="1247090"/>
          <a:ext cx="716660" cy="716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DDFCD-FC71-4593-98D1-4F260317ABC8}">
      <dsp:nvSpPr>
        <dsp:cNvPr id="0" name=""/>
        <dsp:cNvSpPr/>
      </dsp:nvSpPr>
      <dsp:spPr>
        <a:xfrm>
          <a:off x="5617429" y="2209359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Reduce stress</a:t>
          </a:r>
        </a:p>
      </dsp:txBody>
      <dsp:txXfrm>
        <a:off x="5617429" y="2209359"/>
        <a:ext cx="1592578" cy="6370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648A9-D19B-4BA6-8C25-69EFAC117B04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220BC-EA09-4458-9F17-1274795B644D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364E7-99C5-4E65-A98E-4E7A82BCCB9A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Create a budget</a:t>
          </a:r>
        </a:p>
      </dsp:txBody>
      <dsp:txXfrm>
        <a:off x="1209819" y="2066"/>
        <a:ext cx="3761783" cy="1047462"/>
      </dsp:txXfrm>
    </dsp:sp>
    <dsp:sp modelId="{5DC5B824-E4B9-4204-8F65-21D0D033E61C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F346E-7274-44D4-9697-8AB70E9AC4AD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911B2-0455-4378-AD97-79DAF67533ED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Track expenses</a:t>
          </a:r>
        </a:p>
      </dsp:txBody>
      <dsp:txXfrm>
        <a:off x="1209819" y="1311395"/>
        <a:ext cx="3761783" cy="1047462"/>
      </dsp:txXfrm>
    </dsp:sp>
    <dsp:sp modelId="{5F30E1D2-A920-46C6-86DF-C44739387D44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638830-E840-4ECA-9E9C-DA053E1086BA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ADF661-2D47-4B39-AE04-B0E11E614A07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Save money</a:t>
          </a:r>
        </a:p>
      </dsp:txBody>
      <dsp:txXfrm>
        <a:off x="1209819" y="2620723"/>
        <a:ext cx="3761783" cy="1047462"/>
      </dsp:txXfrm>
    </dsp:sp>
    <dsp:sp modelId="{45F16D22-8500-4DE4-8576-2676C8AECDAF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CE111-12B6-494F-887F-A9760FB7D669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C200B-356E-4B6F-9136-BBD2DF611778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Avoid unnecessary debt</a:t>
          </a:r>
        </a:p>
      </dsp:txBody>
      <dsp:txXfrm>
        <a:off x="1209819" y="3930051"/>
        <a:ext cx="3761783" cy="10474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AE80E-118B-408A-9458-F55CF19AD076}">
      <dsp:nvSpPr>
        <dsp:cNvPr id="0" name=""/>
        <dsp:cNvSpPr/>
      </dsp:nvSpPr>
      <dsp:spPr>
        <a:xfrm>
          <a:off x="0" y="4084335"/>
          <a:ext cx="1242900" cy="89355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395" tIns="92456" rIns="88395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Communicate</a:t>
          </a:r>
        </a:p>
      </dsp:txBody>
      <dsp:txXfrm>
        <a:off x="0" y="4084335"/>
        <a:ext cx="1242900" cy="893552"/>
      </dsp:txXfrm>
    </dsp:sp>
    <dsp:sp modelId="{BE7F360E-26DF-4DA3-9B51-332E8DDDB4F2}">
      <dsp:nvSpPr>
        <dsp:cNvPr id="0" name=""/>
        <dsp:cNvSpPr/>
      </dsp:nvSpPr>
      <dsp:spPr>
        <a:xfrm>
          <a:off x="1242900" y="4084335"/>
          <a:ext cx="3728702" cy="89355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36" tIns="165100" rIns="75636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Communicate confidently</a:t>
          </a:r>
        </a:p>
      </dsp:txBody>
      <dsp:txXfrm>
        <a:off x="1242900" y="4084335"/>
        <a:ext cx="3728702" cy="893552"/>
      </dsp:txXfrm>
    </dsp:sp>
    <dsp:sp modelId="{43ED11FC-A46E-40C8-8237-872FF660DFC7}">
      <dsp:nvSpPr>
        <dsp:cNvPr id="0" name=""/>
        <dsp:cNvSpPr/>
      </dsp:nvSpPr>
      <dsp:spPr>
        <a:xfrm rot="10800000">
          <a:off x="0" y="2723454"/>
          <a:ext cx="1242900" cy="137428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395" tIns="92456" rIns="88395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Dress</a:t>
          </a:r>
        </a:p>
      </dsp:txBody>
      <dsp:txXfrm rot="-10800000">
        <a:off x="0" y="2723454"/>
        <a:ext cx="1242900" cy="893284"/>
      </dsp:txXfrm>
    </dsp:sp>
    <dsp:sp modelId="{9E06F68E-A482-4CD6-8244-3CE0C8C5C014}">
      <dsp:nvSpPr>
        <dsp:cNvPr id="0" name=""/>
        <dsp:cNvSpPr/>
      </dsp:nvSpPr>
      <dsp:spPr>
        <a:xfrm>
          <a:off x="1242900" y="2723454"/>
          <a:ext cx="3728702" cy="893284"/>
        </a:xfrm>
        <a:prstGeom prst="rect">
          <a:avLst/>
        </a:prstGeom>
        <a:solidFill>
          <a:schemeClr val="accent2">
            <a:tint val="40000"/>
            <a:alpha val="90000"/>
            <a:hueOff val="-1363946"/>
            <a:satOff val="15036"/>
            <a:lumOff val="1432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1363946"/>
              <a:satOff val="15036"/>
              <a:lumOff val="143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36" tIns="165100" rIns="75636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Dress professionally</a:t>
          </a:r>
        </a:p>
      </dsp:txBody>
      <dsp:txXfrm>
        <a:off x="1242900" y="2723454"/>
        <a:ext cx="3728702" cy="893284"/>
      </dsp:txXfrm>
    </dsp:sp>
    <dsp:sp modelId="{FB96837A-95A9-4335-A1C3-5B9ABD221FF2}">
      <dsp:nvSpPr>
        <dsp:cNvPr id="0" name=""/>
        <dsp:cNvSpPr/>
      </dsp:nvSpPr>
      <dsp:spPr>
        <a:xfrm rot="10800000">
          <a:off x="0" y="1362573"/>
          <a:ext cx="1242900" cy="137428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395" tIns="92456" rIns="88395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Practice</a:t>
          </a:r>
        </a:p>
      </dsp:txBody>
      <dsp:txXfrm rot="-10800000">
        <a:off x="0" y="1362573"/>
        <a:ext cx="1242900" cy="893284"/>
      </dsp:txXfrm>
    </dsp:sp>
    <dsp:sp modelId="{087B5FC6-1845-4ACA-93E7-B6B370A44025}">
      <dsp:nvSpPr>
        <dsp:cNvPr id="0" name=""/>
        <dsp:cNvSpPr/>
      </dsp:nvSpPr>
      <dsp:spPr>
        <a:xfrm>
          <a:off x="1242900" y="1362573"/>
          <a:ext cx="3728702" cy="893284"/>
        </a:xfrm>
        <a:prstGeom prst="rect">
          <a:avLst/>
        </a:prstGeom>
        <a:solidFill>
          <a:schemeClr val="accent2">
            <a:tint val="40000"/>
            <a:alpha val="90000"/>
            <a:hueOff val="-2727893"/>
            <a:satOff val="30071"/>
            <a:lumOff val="2864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2727893"/>
              <a:satOff val="30071"/>
              <a:lumOff val="2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36" tIns="165100" rIns="75636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Practice interview questions</a:t>
          </a:r>
        </a:p>
      </dsp:txBody>
      <dsp:txXfrm>
        <a:off x="1242900" y="1362573"/>
        <a:ext cx="3728702" cy="893284"/>
      </dsp:txXfrm>
    </dsp:sp>
    <dsp:sp modelId="{74ED9793-7CFE-405B-92BA-E242E964FD67}">
      <dsp:nvSpPr>
        <dsp:cNvPr id="0" name=""/>
        <dsp:cNvSpPr/>
      </dsp:nvSpPr>
      <dsp:spPr>
        <a:xfrm rot="10800000">
          <a:off x="0" y="1692"/>
          <a:ext cx="1242900" cy="137428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395" tIns="92456" rIns="88395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Research</a:t>
          </a:r>
        </a:p>
      </dsp:txBody>
      <dsp:txXfrm rot="-10800000">
        <a:off x="0" y="1692"/>
        <a:ext cx="1242900" cy="893284"/>
      </dsp:txXfrm>
    </dsp:sp>
    <dsp:sp modelId="{3F7CB329-4C5A-4AF7-8BD6-CF60DDEDF70F}">
      <dsp:nvSpPr>
        <dsp:cNvPr id="0" name=""/>
        <dsp:cNvSpPr/>
      </dsp:nvSpPr>
      <dsp:spPr>
        <a:xfrm>
          <a:off x="1242900" y="1692"/>
          <a:ext cx="3728702" cy="893284"/>
        </a:xfrm>
        <a:prstGeom prst="rect">
          <a:avLst/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36" tIns="165100" rIns="75636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Research the company</a:t>
          </a:r>
        </a:p>
      </dsp:txBody>
      <dsp:txXfrm>
        <a:off x="1242900" y="1692"/>
        <a:ext cx="3728702" cy="8932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26F6C-C703-4685-9238-E395A45BB682}">
      <dsp:nvSpPr>
        <dsp:cNvPr id="0" name=""/>
        <dsp:cNvSpPr/>
      </dsp:nvSpPr>
      <dsp:spPr>
        <a:xfrm>
          <a:off x="2396" y="312280"/>
          <a:ext cx="1901116" cy="26615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218" tIns="330200" rIns="1482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Complete workbook activities</a:t>
          </a:r>
        </a:p>
      </dsp:txBody>
      <dsp:txXfrm>
        <a:off x="2396" y="1323674"/>
        <a:ext cx="1901116" cy="1596937"/>
      </dsp:txXfrm>
    </dsp:sp>
    <dsp:sp modelId="{47B6A80C-7CB8-4399-A5B6-FFDC024B6B47}">
      <dsp:nvSpPr>
        <dsp:cNvPr id="0" name=""/>
        <dsp:cNvSpPr/>
      </dsp:nvSpPr>
      <dsp:spPr>
        <a:xfrm>
          <a:off x="553720" y="578437"/>
          <a:ext cx="798468" cy="798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52" tIns="12700" rIns="62252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670653" y="695370"/>
        <a:ext cx="564602" cy="564602"/>
      </dsp:txXfrm>
    </dsp:sp>
    <dsp:sp modelId="{758453C5-6EEE-44DB-8564-D3BEFA3E56FC}">
      <dsp:nvSpPr>
        <dsp:cNvPr id="0" name=""/>
        <dsp:cNvSpPr/>
      </dsp:nvSpPr>
      <dsp:spPr>
        <a:xfrm>
          <a:off x="2396" y="2973772"/>
          <a:ext cx="19011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F81AB-BE95-42DF-A982-1DF93BB1410C}">
      <dsp:nvSpPr>
        <dsp:cNvPr id="0" name=""/>
        <dsp:cNvSpPr/>
      </dsp:nvSpPr>
      <dsp:spPr>
        <a:xfrm>
          <a:off x="2093624" y="312280"/>
          <a:ext cx="1901116" cy="26615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218" tIns="330200" rIns="1482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Participate in discussions</a:t>
          </a:r>
        </a:p>
      </dsp:txBody>
      <dsp:txXfrm>
        <a:off x="2093624" y="1323674"/>
        <a:ext cx="1901116" cy="1596937"/>
      </dsp:txXfrm>
    </dsp:sp>
    <dsp:sp modelId="{AB06288C-3DFC-4D57-9441-DEBC9FC002FC}">
      <dsp:nvSpPr>
        <dsp:cNvPr id="0" name=""/>
        <dsp:cNvSpPr/>
      </dsp:nvSpPr>
      <dsp:spPr>
        <a:xfrm>
          <a:off x="2644948" y="578437"/>
          <a:ext cx="798468" cy="798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52" tIns="12700" rIns="62252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761881" y="695370"/>
        <a:ext cx="564602" cy="564602"/>
      </dsp:txXfrm>
    </dsp:sp>
    <dsp:sp modelId="{D5AA90D6-D4A4-403B-BB64-01A12CB78338}">
      <dsp:nvSpPr>
        <dsp:cNvPr id="0" name=""/>
        <dsp:cNvSpPr/>
      </dsp:nvSpPr>
      <dsp:spPr>
        <a:xfrm>
          <a:off x="2093624" y="2973772"/>
          <a:ext cx="19011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15487-CBC0-43A1-A1C8-FCA53EAD4462}">
      <dsp:nvSpPr>
        <dsp:cNvPr id="0" name=""/>
        <dsp:cNvSpPr/>
      </dsp:nvSpPr>
      <dsp:spPr>
        <a:xfrm>
          <a:off x="4184852" y="312280"/>
          <a:ext cx="1901116" cy="26615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218" tIns="330200" rIns="1482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Prepare for assessments</a:t>
          </a:r>
        </a:p>
      </dsp:txBody>
      <dsp:txXfrm>
        <a:off x="4184852" y="1323674"/>
        <a:ext cx="1901116" cy="1596937"/>
      </dsp:txXfrm>
    </dsp:sp>
    <dsp:sp modelId="{B44BFA1F-9024-41DE-BA4E-37F851F543B3}">
      <dsp:nvSpPr>
        <dsp:cNvPr id="0" name=""/>
        <dsp:cNvSpPr/>
      </dsp:nvSpPr>
      <dsp:spPr>
        <a:xfrm>
          <a:off x="4736176" y="578437"/>
          <a:ext cx="798468" cy="798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52" tIns="12700" rIns="62252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4853109" y="695370"/>
        <a:ext cx="564602" cy="564602"/>
      </dsp:txXfrm>
    </dsp:sp>
    <dsp:sp modelId="{BFBCCD4D-F04A-434D-88E7-8AA450F3542B}">
      <dsp:nvSpPr>
        <dsp:cNvPr id="0" name=""/>
        <dsp:cNvSpPr/>
      </dsp:nvSpPr>
      <dsp:spPr>
        <a:xfrm>
          <a:off x="4184852" y="2973772"/>
          <a:ext cx="19011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CE97E-305B-40DD-9CCC-D8F80021A928}">
      <dsp:nvSpPr>
        <dsp:cNvPr id="0" name=""/>
        <dsp:cNvSpPr/>
      </dsp:nvSpPr>
      <dsp:spPr>
        <a:xfrm>
          <a:off x="6276081" y="312280"/>
          <a:ext cx="1901116" cy="26615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218" tIns="330200" rIns="1482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Submit learner evidence</a:t>
          </a:r>
        </a:p>
      </dsp:txBody>
      <dsp:txXfrm>
        <a:off x="6276081" y="1323674"/>
        <a:ext cx="1901116" cy="1596937"/>
      </dsp:txXfrm>
    </dsp:sp>
    <dsp:sp modelId="{C345E873-A5EB-4D37-A7B4-22E7EA5F0E5C}">
      <dsp:nvSpPr>
        <dsp:cNvPr id="0" name=""/>
        <dsp:cNvSpPr/>
      </dsp:nvSpPr>
      <dsp:spPr>
        <a:xfrm>
          <a:off x="6827404" y="578437"/>
          <a:ext cx="798468" cy="798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52" tIns="12700" rIns="62252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6944337" y="695370"/>
        <a:ext cx="564602" cy="564602"/>
      </dsp:txXfrm>
    </dsp:sp>
    <dsp:sp modelId="{1A64F20B-4AF0-42BB-A4FD-981102824432}">
      <dsp:nvSpPr>
        <dsp:cNvPr id="0" name=""/>
        <dsp:cNvSpPr/>
      </dsp:nvSpPr>
      <dsp:spPr>
        <a:xfrm>
          <a:off x="6276081" y="2973772"/>
          <a:ext cx="19011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2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9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9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9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3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4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9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4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6588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78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7398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59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63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85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9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rking space background">
            <a:extLst>
              <a:ext uri="{FF2B5EF4-FFF2-40B4-BE49-F238E27FC236}">
                <a16:creationId xmlns:a16="http://schemas.microsoft.com/office/drawing/2014/main" id="{4F761767-CDDE-9AD8-8C49-81C87A7CA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19" r="-2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5422" y="1678665"/>
            <a:ext cx="291587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800"/>
              <a:t>Work Place Preparation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5422" y="4050833"/>
            <a:ext cx="2920080" cy="1096899"/>
          </a:xfrm>
        </p:spPr>
        <p:txBody>
          <a:bodyPr>
            <a:normAutofit/>
          </a:bodyPr>
          <a:lstStyle/>
          <a:p>
            <a:r>
              <a:rPr dirty="0"/>
              <a:t>SP-201201 | QCTO Skills Programme</a:t>
            </a:r>
          </a:p>
          <a:p>
            <a:r>
              <a:rPr dirty="0"/>
              <a:t>Ndzalama Training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800"/>
              <a:t>Programme Purpose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BF36DD-71AF-15A9-7EA7-4078CDA5D1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290407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Work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provides independence</a:t>
            </a:r>
          </a:p>
          <a:p>
            <a:r>
              <a:t>Work builds confidence and dignity</a:t>
            </a:r>
          </a:p>
          <a:p>
            <a:r>
              <a:t>Work contributes to the economy</a:t>
            </a:r>
          </a:p>
          <a:p>
            <a:r>
              <a:t>Work creates growth opportunities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2402C-5BCE-F918-B050-480F40540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3772836"/>
            <a:ext cx="3258820" cy="27610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from mistakes</a:t>
            </a:r>
          </a:p>
          <a:p>
            <a:r>
              <a:t>Stay positive during challenges</a:t>
            </a:r>
          </a:p>
          <a:p>
            <a:r>
              <a:t>Develop new skills</a:t>
            </a:r>
          </a:p>
          <a:p>
            <a:r>
              <a:t>Believe in personal growth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CC1EB-BB37-0152-FBFA-E6A758B6F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723" y="2945384"/>
            <a:ext cx="2363551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2700"/>
              <a:t>Professionalism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73AAA5-1402-F769-028B-1CBB6A255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53034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Communication Skills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CC3A7F-4381-0CA6-4912-BD8D2EA4E7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50505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Teamwork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2A16F5-AC32-0C5E-C5DE-74093C30B8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7412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Time Management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C9B9CD-937E-25A7-400A-D592B818D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487661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200"/>
              <a:t>Money Management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E06245-353E-D44B-0285-E91B9E31C3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602158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800"/>
              <a:t>Interview Skills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B5EBA935-E785-19E5-C8A4-F77F4DB32D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75413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8B62EBBC-D768-33AF-1B92-0C8723B622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62" r="11977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t>Interactive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t>Mock interviews</a:t>
            </a:r>
          </a:p>
          <a:p>
            <a:r>
              <a:t>Case studies</a:t>
            </a:r>
          </a:p>
          <a:p>
            <a:r>
              <a:t>Roleplays</a:t>
            </a:r>
          </a:p>
          <a:p>
            <a:r>
              <a:t>Group discussions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F9456F-43C6-0A75-3962-4ED9219A2E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56" r="27911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2800"/>
              <a:t>Hybrid Learning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t>WhatsApp learner support</a:t>
            </a:r>
          </a:p>
          <a:p>
            <a:r>
              <a:t>Online quizzes</a:t>
            </a:r>
          </a:p>
          <a:p>
            <a:r>
              <a:t>Breakout room discussions</a:t>
            </a:r>
          </a:p>
          <a:p>
            <a:r>
              <a:t>Digital learner resources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9144000" cy="228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68955" y="-8467"/>
            <a:ext cx="357505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765972"/>
            <a:ext cx="6447501" cy="1320800"/>
          </a:xfrm>
        </p:spPr>
        <p:txBody>
          <a:bodyPr anchor="ctr">
            <a:normAutofit/>
          </a:bodyPr>
          <a:lstStyle/>
          <a:p>
            <a:r>
              <a:rPr lang="en-ZA" sz="3800">
                <a:solidFill>
                  <a:schemeClr val="bg1"/>
                </a:solidFill>
              </a:rPr>
              <a:t>Assessment Preparation</a:t>
            </a: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83F0F9-8D73-EB94-3F02-0453545AF6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105319"/>
              </p:ext>
            </p:extLst>
          </p:nvPr>
        </p:nvGraphicFramePr>
        <p:xfrm>
          <a:off x="482203" y="642938"/>
          <a:ext cx="8179594" cy="3286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0752" y="1265314"/>
            <a:ext cx="3224750" cy="3249131"/>
          </a:xfrm>
        </p:spPr>
        <p:txBody>
          <a:bodyPr>
            <a:normAutofit/>
          </a:bodyPr>
          <a:lstStyle/>
          <a:p>
            <a:pPr algn="l"/>
            <a:r>
              <a:t>Thank You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0752" y="4514446"/>
            <a:ext cx="3224749" cy="871042"/>
          </a:xfrm>
        </p:spPr>
        <p:txBody>
          <a:bodyPr>
            <a:normAutofit/>
          </a:bodyPr>
          <a:lstStyle/>
          <a:p>
            <a:pPr algn="l"/>
            <a:r>
              <a:t>Questions and Discussion</a:t>
            </a:r>
            <a:endParaRPr lang="en-ZA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7" name="Graphic 6" descr="Accept">
            <a:extLst>
              <a:ext uri="{FF2B5EF4-FFF2-40B4-BE49-F238E27FC236}">
                <a16:creationId xmlns:a16="http://schemas.microsoft.com/office/drawing/2014/main" id="{7EEB522F-5C1A-1F13-55C3-5F2AE4FC7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185</Words>
  <Application>Microsoft Office PowerPoint</Application>
  <PresentationFormat>On-screen Show (4:3)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Work Place Preparation</vt:lpstr>
      <vt:lpstr>Programme Purpose</vt:lpstr>
      <vt:lpstr>Why Work Matters</vt:lpstr>
      <vt:lpstr>Growth Mindset</vt:lpstr>
      <vt:lpstr>Professionalism</vt:lpstr>
      <vt:lpstr>Communication Skills</vt:lpstr>
      <vt:lpstr>Teamwork</vt:lpstr>
      <vt:lpstr>Time Management</vt:lpstr>
      <vt:lpstr>Money Management</vt:lpstr>
      <vt:lpstr>Interview Skills</vt:lpstr>
      <vt:lpstr>Interactive Activities</vt:lpstr>
      <vt:lpstr>Hybrid Learning Support</vt:lpstr>
      <vt:lpstr>Assessment Preparation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Sanette Wevell</dc:creator>
  <cp:keywords/>
  <dc:description>generated using python-pptx</dc:description>
  <cp:lastModifiedBy>Sanette Wevell</cp:lastModifiedBy>
  <cp:revision>1</cp:revision>
  <dcterms:created xsi:type="dcterms:W3CDTF">2013-01-27T09:14:16Z</dcterms:created>
  <dcterms:modified xsi:type="dcterms:W3CDTF">2026-05-19T19:07:30Z</dcterms:modified>
  <cp:category/>
</cp:coreProperties>
</file>