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42C5B-5325-46C8-AAFD-B717CF55D365}" v="1" dt="2026-05-19T17:39:24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1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7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0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2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4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0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2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8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5681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16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510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42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28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1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0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lourful boardgame">
            <a:extLst>
              <a:ext uri="{FF2B5EF4-FFF2-40B4-BE49-F238E27FC236}">
                <a16:creationId xmlns:a16="http://schemas.microsoft.com/office/drawing/2014/main" id="{E06F4BC8-A213-DDC5-3A1D-82D1565E5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94" r="2887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4200"/>
              <a:t>Workplace Essentials Quiz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422" y="4050833"/>
            <a:ext cx="2920080" cy="1096899"/>
          </a:xfrm>
        </p:spPr>
        <p:txBody>
          <a:bodyPr>
            <a:normAutofit/>
          </a:bodyPr>
          <a:lstStyle/>
          <a:p>
            <a:r>
              <a:t>Interactive Facilitator Quiz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15" y="643467"/>
            <a:ext cx="3152284" cy="1375608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chemeClr val="bg1"/>
                </a:solidFill>
              </a:rP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15" y="2160590"/>
            <a:ext cx="2980457" cy="344011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What does OHS stand for?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1607D-D6E8-5EBD-292F-8A9B111D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8074"/>
            <a:ext cx="3857625" cy="3269337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r>
              <a:t>Name one responsibility of an employer.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C0122-AA6C-A311-8BF1-69E57EB29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26" y="1713924"/>
            <a:ext cx="3452060" cy="2925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pic>
        <p:nvPicPr>
          <p:cNvPr id="5" name="Picture 4" descr="Different coloured question marks">
            <a:extLst>
              <a:ext uri="{FF2B5EF4-FFF2-40B4-BE49-F238E27FC236}">
                <a16:creationId xmlns:a16="http://schemas.microsoft.com/office/drawing/2014/main" id="{F025E7F8-A0DA-BD17-E7ED-D270E9D65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6" r="3414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What are SMART goals?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8031B298-F1D3-C3C6-5D7B-908FC38A8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3" r="5446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Why is workplace communication important?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00422" y="-8468"/>
            <a:ext cx="3572669" cy="6866467"/>
            <a:chOff x="67175" y="-8467"/>
            <a:chExt cx="4763558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282701"/>
            <a:ext cx="3822045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Question 5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2372" y="-8468"/>
            <a:ext cx="3806198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40" y="2510119"/>
            <a:ext cx="2701925" cy="18292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Give one example of workplace ethics.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6225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0381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4073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05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215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8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367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2215" y="-8467"/>
            <a:ext cx="6881785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352" y="1020871"/>
            <a:ext cx="5220569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078" y="3962088"/>
            <a:ext cx="4584057" cy="1186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What is a positive workplace environment?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19339" y="3294792"/>
            <a:ext cx="220660" cy="13982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F8EDB607-DA66-148F-C51E-EA031F6F87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91" r="1380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Name one type of employment.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What is workplace organisation?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6DC2E4E3-865B-B89E-6CBE-939A42693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2" r="555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72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Workplace Essentials Quiz Game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Sanette Wevell</dc:creator>
  <cp:keywords/>
  <dc:description>generated using python-pptx</dc:description>
  <cp:lastModifiedBy>Sanette Wevell</cp:lastModifiedBy>
  <cp:revision>2</cp:revision>
  <dcterms:created xsi:type="dcterms:W3CDTF">2013-01-27T09:14:16Z</dcterms:created>
  <dcterms:modified xsi:type="dcterms:W3CDTF">2026-05-19T17:45:41Z</dcterms:modified>
  <cp:category/>
</cp:coreProperties>
</file>