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1738E-FC74-468D-BA96-2386A453032C}" v="5" dt="2026-05-19T16:51:42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4" Type="http://schemas.openxmlformats.org/officeDocument/2006/relationships/image" Target="../media/image22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4" Type="http://schemas.openxmlformats.org/officeDocument/2006/relationships/image" Target="../media/image26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0.svg"/><Relationship Id="rId4" Type="http://schemas.openxmlformats.org/officeDocument/2006/relationships/image" Target="../media/image2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4" Type="http://schemas.openxmlformats.org/officeDocument/2006/relationships/image" Target="../media/image22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4" Type="http://schemas.openxmlformats.org/officeDocument/2006/relationships/image" Target="../media/image26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0.sv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245050-0C29-4428-AD83-792F6C171024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640D7E4-E6C0-4B33-BDAA-D0D8FED8FEE7}">
      <dgm:prSet/>
      <dgm:spPr/>
      <dgm:t>
        <a:bodyPr/>
        <a:lstStyle/>
        <a:p>
          <a:r>
            <a:rPr lang="en-US"/>
            <a:t>Perform</a:t>
          </a:r>
        </a:p>
      </dgm:t>
    </dgm:pt>
    <dgm:pt modelId="{7EC124D1-31F4-4C2A-B035-753987FD5B62}" type="parTrans" cxnId="{4ECC30C9-17A8-4283-9D41-D28AC3AF80E1}">
      <dgm:prSet/>
      <dgm:spPr/>
      <dgm:t>
        <a:bodyPr/>
        <a:lstStyle/>
        <a:p>
          <a:endParaRPr lang="en-US"/>
        </a:p>
      </dgm:t>
    </dgm:pt>
    <dgm:pt modelId="{893A1A59-5BAD-4D23-BB6C-D9A6D98296DF}" type="sibTrans" cxnId="{4ECC30C9-17A8-4283-9D41-D28AC3AF80E1}">
      <dgm:prSet/>
      <dgm:spPr/>
      <dgm:t>
        <a:bodyPr/>
        <a:lstStyle/>
        <a:p>
          <a:endParaRPr lang="en-US"/>
        </a:p>
      </dgm:t>
    </dgm:pt>
    <dgm:pt modelId="{1FBA347F-5C31-4D83-822C-61ACF3CB7767}">
      <dgm:prSet/>
      <dgm:spPr/>
      <dgm:t>
        <a:bodyPr/>
        <a:lstStyle/>
        <a:p>
          <a:r>
            <a:rPr lang="en-US"/>
            <a:t>Perform duties professionally</a:t>
          </a:r>
        </a:p>
      </dgm:t>
    </dgm:pt>
    <dgm:pt modelId="{D957DD4E-1DAE-4C16-B032-CCD23B023350}" type="parTrans" cxnId="{47EF0156-39F9-4286-AC03-D9E53C0FF968}">
      <dgm:prSet/>
      <dgm:spPr/>
      <dgm:t>
        <a:bodyPr/>
        <a:lstStyle/>
        <a:p>
          <a:endParaRPr lang="en-US"/>
        </a:p>
      </dgm:t>
    </dgm:pt>
    <dgm:pt modelId="{9B19778B-B966-42BA-8094-A7113BE18AA4}" type="sibTrans" cxnId="{47EF0156-39F9-4286-AC03-D9E53C0FF968}">
      <dgm:prSet/>
      <dgm:spPr/>
      <dgm:t>
        <a:bodyPr/>
        <a:lstStyle/>
        <a:p>
          <a:endParaRPr lang="en-US"/>
        </a:p>
      </dgm:t>
    </dgm:pt>
    <dgm:pt modelId="{26A2E735-4BFA-4A01-8BAA-CF6980CF95E6}">
      <dgm:prSet/>
      <dgm:spPr/>
      <dgm:t>
        <a:bodyPr/>
        <a:lstStyle/>
        <a:p>
          <a:r>
            <a:rPr lang="en-US"/>
            <a:t>Follow</a:t>
          </a:r>
        </a:p>
      </dgm:t>
    </dgm:pt>
    <dgm:pt modelId="{EA6C27FD-3367-4AFA-BA9B-3519FFB550FC}" type="parTrans" cxnId="{FAA76FE0-C445-437F-9AF0-D9A117C8A48B}">
      <dgm:prSet/>
      <dgm:spPr/>
      <dgm:t>
        <a:bodyPr/>
        <a:lstStyle/>
        <a:p>
          <a:endParaRPr lang="en-US"/>
        </a:p>
      </dgm:t>
    </dgm:pt>
    <dgm:pt modelId="{99B25D56-25C4-4BBB-8297-07CE2E9CB8A0}" type="sibTrans" cxnId="{FAA76FE0-C445-437F-9AF0-D9A117C8A48B}">
      <dgm:prSet/>
      <dgm:spPr/>
      <dgm:t>
        <a:bodyPr/>
        <a:lstStyle/>
        <a:p>
          <a:endParaRPr lang="en-US"/>
        </a:p>
      </dgm:t>
    </dgm:pt>
    <dgm:pt modelId="{20004374-BD0D-4C3D-9805-D56A49B04846}">
      <dgm:prSet/>
      <dgm:spPr/>
      <dgm:t>
        <a:bodyPr/>
        <a:lstStyle/>
        <a:p>
          <a:r>
            <a:rPr lang="en-US"/>
            <a:t>Follow lawful instructions</a:t>
          </a:r>
        </a:p>
      </dgm:t>
    </dgm:pt>
    <dgm:pt modelId="{B325C4C6-CF02-4049-A9D5-A50E4B19389B}" type="parTrans" cxnId="{EB4E8FEA-E5DF-457B-BDAE-5B1A70C92830}">
      <dgm:prSet/>
      <dgm:spPr/>
      <dgm:t>
        <a:bodyPr/>
        <a:lstStyle/>
        <a:p>
          <a:endParaRPr lang="en-US"/>
        </a:p>
      </dgm:t>
    </dgm:pt>
    <dgm:pt modelId="{2978E293-D454-40AF-A436-B7634A8C2871}" type="sibTrans" cxnId="{EB4E8FEA-E5DF-457B-BDAE-5B1A70C92830}">
      <dgm:prSet/>
      <dgm:spPr/>
      <dgm:t>
        <a:bodyPr/>
        <a:lstStyle/>
        <a:p>
          <a:endParaRPr lang="en-US"/>
        </a:p>
      </dgm:t>
    </dgm:pt>
    <dgm:pt modelId="{CC6FF39A-9C71-4D02-BEDE-131002ED47DC}">
      <dgm:prSet/>
      <dgm:spPr/>
      <dgm:t>
        <a:bodyPr/>
        <a:lstStyle/>
        <a:p>
          <a:r>
            <a:rPr lang="en-US"/>
            <a:t>Act</a:t>
          </a:r>
        </a:p>
      </dgm:t>
    </dgm:pt>
    <dgm:pt modelId="{78746E2D-EA99-4296-9063-8D9C9783DA74}" type="parTrans" cxnId="{86284E8A-7D6B-4E62-BCD0-5BD57157A904}">
      <dgm:prSet/>
      <dgm:spPr/>
      <dgm:t>
        <a:bodyPr/>
        <a:lstStyle/>
        <a:p>
          <a:endParaRPr lang="en-US"/>
        </a:p>
      </dgm:t>
    </dgm:pt>
    <dgm:pt modelId="{A721A61B-7E7B-4942-9B16-B326FED56E86}" type="sibTrans" cxnId="{86284E8A-7D6B-4E62-BCD0-5BD57157A904}">
      <dgm:prSet/>
      <dgm:spPr/>
      <dgm:t>
        <a:bodyPr/>
        <a:lstStyle/>
        <a:p>
          <a:endParaRPr lang="en-US"/>
        </a:p>
      </dgm:t>
    </dgm:pt>
    <dgm:pt modelId="{0C710C0D-3876-4A72-AA29-C13CD2AFB366}">
      <dgm:prSet/>
      <dgm:spPr/>
      <dgm:t>
        <a:bodyPr/>
        <a:lstStyle/>
        <a:p>
          <a:r>
            <a:rPr lang="en-US"/>
            <a:t>Act honestly and in good faith</a:t>
          </a:r>
        </a:p>
      </dgm:t>
    </dgm:pt>
    <dgm:pt modelId="{AEB08420-8678-4DDE-A04E-4AFDD0FF1546}" type="parTrans" cxnId="{351BF39A-F12B-4D58-B204-7CB204E231A1}">
      <dgm:prSet/>
      <dgm:spPr/>
      <dgm:t>
        <a:bodyPr/>
        <a:lstStyle/>
        <a:p>
          <a:endParaRPr lang="en-US"/>
        </a:p>
      </dgm:t>
    </dgm:pt>
    <dgm:pt modelId="{9828AB82-BD39-4606-B29E-9DCFD14975B0}" type="sibTrans" cxnId="{351BF39A-F12B-4D58-B204-7CB204E231A1}">
      <dgm:prSet/>
      <dgm:spPr/>
      <dgm:t>
        <a:bodyPr/>
        <a:lstStyle/>
        <a:p>
          <a:endParaRPr lang="en-US"/>
        </a:p>
      </dgm:t>
    </dgm:pt>
    <dgm:pt modelId="{A6FDFA28-2F62-4834-B857-38F553B357A8}">
      <dgm:prSet/>
      <dgm:spPr/>
      <dgm:t>
        <a:bodyPr/>
        <a:lstStyle/>
        <a:p>
          <a:r>
            <a:rPr lang="en-US"/>
            <a:t>Promote</a:t>
          </a:r>
        </a:p>
      </dgm:t>
    </dgm:pt>
    <dgm:pt modelId="{5CF34545-EE87-4F84-853C-9A9E21C7F2FF}" type="parTrans" cxnId="{0C376D1E-4095-44D6-B3F0-8834003311F9}">
      <dgm:prSet/>
      <dgm:spPr/>
      <dgm:t>
        <a:bodyPr/>
        <a:lstStyle/>
        <a:p>
          <a:endParaRPr lang="en-US"/>
        </a:p>
      </dgm:t>
    </dgm:pt>
    <dgm:pt modelId="{CE2EA774-D490-492E-A268-2862F6BAC0A7}" type="sibTrans" cxnId="{0C376D1E-4095-44D6-B3F0-8834003311F9}">
      <dgm:prSet/>
      <dgm:spPr/>
      <dgm:t>
        <a:bodyPr/>
        <a:lstStyle/>
        <a:p>
          <a:endParaRPr lang="en-US"/>
        </a:p>
      </dgm:t>
    </dgm:pt>
    <dgm:pt modelId="{57C69AEF-58A5-4F74-8D3E-5722FD61D89D}">
      <dgm:prSet/>
      <dgm:spPr/>
      <dgm:t>
        <a:bodyPr/>
        <a:lstStyle/>
        <a:p>
          <a:r>
            <a:rPr lang="en-US"/>
            <a:t>Promote safety and teamwork</a:t>
          </a:r>
        </a:p>
      </dgm:t>
    </dgm:pt>
    <dgm:pt modelId="{A3253DAF-C80F-4673-8194-FF8C6DB2D3C4}" type="parTrans" cxnId="{13486F13-BA56-4FA1-9A7E-A6CA0DFBE23C}">
      <dgm:prSet/>
      <dgm:spPr/>
      <dgm:t>
        <a:bodyPr/>
        <a:lstStyle/>
        <a:p>
          <a:endParaRPr lang="en-US"/>
        </a:p>
      </dgm:t>
    </dgm:pt>
    <dgm:pt modelId="{43C9CC84-5B6C-42BB-A329-3D686D219D37}" type="sibTrans" cxnId="{13486F13-BA56-4FA1-9A7E-A6CA0DFBE23C}">
      <dgm:prSet/>
      <dgm:spPr/>
      <dgm:t>
        <a:bodyPr/>
        <a:lstStyle/>
        <a:p>
          <a:endParaRPr lang="en-US"/>
        </a:p>
      </dgm:t>
    </dgm:pt>
    <dgm:pt modelId="{84D133FD-F9EE-4CED-AAA1-9442CBC7F808}" type="pres">
      <dgm:prSet presAssocID="{21245050-0C29-4428-AD83-792F6C171024}" presName="Name0" presStyleCnt="0">
        <dgm:presLayoutVars>
          <dgm:dir/>
          <dgm:animLvl val="lvl"/>
          <dgm:resizeHandles val="exact"/>
        </dgm:presLayoutVars>
      </dgm:prSet>
      <dgm:spPr/>
    </dgm:pt>
    <dgm:pt modelId="{409D8324-51D4-4DCE-94B6-E05736836714}" type="pres">
      <dgm:prSet presAssocID="{E640D7E4-E6C0-4B33-BDAA-D0D8FED8FEE7}" presName="linNode" presStyleCnt="0"/>
      <dgm:spPr/>
    </dgm:pt>
    <dgm:pt modelId="{1D237400-57C7-4E44-AD7F-9090F41B1477}" type="pres">
      <dgm:prSet presAssocID="{E640D7E4-E6C0-4B33-BDAA-D0D8FED8FEE7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A4A0EAB7-43C1-4880-9D72-CE7DBC3279BB}" type="pres">
      <dgm:prSet presAssocID="{E640D7E4-E6C0-4B33-BDAA-D0D8FED8FEE7}" presName="descendantText" presStyleLbl="alignNode1" presStyleIdx="0" presStyleCnt="4">
        <dgm:presLayoutVars>
          <dgm:bulletEnabled/>
        </dgm:presLayoutVars>
      </dgm:prSet>
      <dgm:spPr/>
    </dgm:pt>
    <dgm:pt modelId="{87036D22-6F00-4C02-8C5A-81B7859647EE}" type="pres">
      <dgm:prSet presAssocID="{893A1A59-5BAD-4D23-BB6C-D9A6D98296DF}" presName="sp" presStyleCnt="0"/>
      <dgm:spPr/>
    </dgm:pt>
    <dgm:pt modelId="{8F1C4426-1890-4120-8077-1D7B6BE79E04}" type="pres">
      <dgm:prSet presAssocID="{26A2E735-4BFA-4A01-8BAA-CF6980CF95E6}" presName="linNode" presStyleCnt="0"/>
      <dgm:spPr/>
    </dgm:pt>
    <dgm:pt modelId="{2FF2CDFC-D61D-41D6-8C54-C24494A5ECC3}" type="pres">
      <dgm:prSet presAssocID="{26A2E735-4BFA-4A01-8BAA-CF6980CF95E6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CF33265A-4D80-42C3-B3E0-7EBF3198DF4E}" type="pres">
      <dgm:prSet presAssocID="{26A2E735-4BFA-4A01-8BAA-CF6980CF95E6}" presName="descendantText" presStyleLbl="alignNode1" presStyleIdx="1" presStyleCnt="4">
        <dgm:presLayoutVars>
          <dgm:bulletEnabled/>
        </dgm:presLayoutVars>
      </dgm:prSet>
      <dgm:spPr/>
    </dgm:pt>
    <dgm:pt modelId="{B5FB4DEB-E7E7-48A8-AEC1-C738AA452E4A}" type="pres">
      <dgm:prSet presAssocID="{99B25D56-25C4-4BBB-8297-07CE2E9CB8A0}" presName="sp" presStyleCnt="0"/>
      <dgm:spPr/>
    </dgm:pt>
    <dgm:pt modelId="{20C7461C-D93F-479E-8F72-32B10EC32728}" type="pres">
      <dgm:prSet presAssocID="{CC6FF39A-9C71-4D02-BEDE-131002ED47DC}" presName="linNode" presStyleCnt="0"/>
      <dgm:spPr/>
    </dgm:pt>
    <dgm:pt modelId="{6201A8FC-6C8F-4801-91F0-37FCAD841516}" type="pres">
      <dgm:prSet presAssocID="{CC6FF39A-9C71-4D02-BEDE-131002ED47DC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CCA72540-AF49-4340-8029-851CCF345517}" type="pres">
      <dgm:prSet presAssocID="{CC6FF39A-9C71-4D02-BEDE-131002ED47DC}" presName="descendantText" presStyleLbl="alignNode1" presStyleIdx="2" presStyleCnt="4">
        <dgm:presLayoutVars>
          <dgm:bulletEnabled/>
        </dgm:presLayoutVars>
      </dgm:prSet>
      <dgm:spPr/>
    </dgm:pt>
    <dgm:pt modelId="{0F775C3A-66D4-401A-9BBD-85C98A79CC36}" type="pres">
      <dgm:prSet presAssocID="{A721A61B-7E7B-4942-9B16-B326FED56E86}" presName="sp" presStyleCnt="0"/>
      <dgm:spPr/>
    </dgm:pt>
    <dgm:pt modelId="{C34DB2E9-8F0E-4A7A-860C-460100414E95}" type="pres">
      <dgm:prSet presAssocID="{A6FDFA28-2F62-4834-B857-38F553B357A8}" presName="linNode" presStyleCnt="0"/>
      <dgm:spPr/>
    </dgm:pt>
    <dgm:pt modelId="{AAB01777-1D53-40B9-89FB-51E5B30644AE}" type="pres">
      <dgm:prSet presAssocID="{A6FDFA28-2F62-4834-B857-38F553B357A8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3D65FCBF-4E4E-4C8E-92CF-B12682D812B8}" type="pres">
      <dgm:prSet presAssocID="{A6FDFA28-2F62-4834-B857-38F553B357A8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13486F13-BA56-4FA1-9A7E-A6CA0DFBE23C}" srcId="{A6FDFA28-2F62-4834-B857-38F553B357A8}" destId="{57C69AEF-58A5-4F74-8D3E-5722FD61D89D}" srcOrd="0" destOrd="0" parTransId="{A3253DAF-C80F-4673-8194-FF8C6DB2D3C4}" sibTransId="{43C9CC84-5B6C-42BB-A329-3D686D219D37}"/>
    <dgm:cxn modelId="{96BC2716-DEED-4412-936D-60F3009B2F0A}" type="presOf" srcId="{0C710C0D-3876-4A72-AA29-C13CD2AFB366}" destId="{CCA72540-AF49-4340-8029-851CCF345517}" srcOrd="0" destOrd="0" presId="urn:microsoft.com/office/officeart/2016/7/layout/VerticalHollowActionList"/>
    <dgm:cxn modelId="{D9C1671B-9520-41FD-B927-B69BE88E55FB}" type="presOf" srcId="{A6FDFA28-2F62-4834-B857-38F553B357A8}" destId="{AAB01777-1D53-40B9-89FB-51E5B30644AE}" srcOrd="0" destOrd="0" presId="urn:microsoft.com/office/officeart/2016/7/layout/VerticalHollowActionList"/>
    <dgm:cxn modelId="{4D5B921B-739A-446F-A585-647741DC3885}" type="presOf" srcId="{CC6FF39A-9C71-4D02-BEDE-131002ED47DC}" destId="{6201A8FC-6C8F-4801-91F0-37FCAD841516}" srcOrd="0" destOrd="0" presId="urn:microsoft.com/office/officeart/2016/7/layout/VerticalHollowActionList"/>
    <dgm:cxn modelId="{0C376D1E-4095-44D6-B3F0-8834003311F9}" srcId="{21245050-0C29-4428-AD83-792F6C171024}" destId="{A6FDFA28-2F62-4834-B857-38F553B357A8}" srcOrd="3" destOrd="0" parTransId="{5CF34545-EE87-4F84-853C-9A9E21C7F2FF}" sibTransId="{CE2EA774-D490-492E-A268-2862F6BAC0A7}"/>
    <dgm:cxn modelId="{80A6D538-EA95-48BF-B2EE-76F855821DAE}" type="presOf" srcId="{26A2E735-4BFA-4A01-8BAA-CF6980CF95E6}" destId="{2FF2CDFC-D61D-41D6-8C54-C24494A5ECC3}" srcOrd="0" destOrd="0" presId="urn:microsoft.com/office/officeart/2016/7/layout/VerticalHollowActionList"/>
    <dgm:cxn modelId="{47EF0156-39F9-4286-AC03-D9E53C0FF968}" srcId="{E640D7E4-E6C0-4B33-BDAA-D0D8FED8FEE7}" destId="{1FBA347F-5C31-4D83-822C-61ACF3CB7767}" srcOrd="0" destOrd="0" parTransId="{D957DD4E-1DAE-4C16-B032-CCD23B023350}" sibTransId="{9B19778B-B966-42BA-8094-A7113BE18AA4}"/>
    <dgm:cxn modelId="{86284E8A-7D6B-4E62-BCD0-5BD57157A904}" srcId="{21245050-0C29-4428-AD83-792F6C171024}" destId="{CC6FF39A-9C71-4D02-BEDE-131002ED47DC}" srcOrd="2" destOrd="0" parTransId="{78746E2D-EA99-4296-9063-8D9C9783DA74}" sibTransId="{A721A61B-7E7B-4942-9B16-B326FED56E86}"/>
    <dgm:cxn modelId="{4B088D96-3114-454F-914B-21580C22A35F}" type="presOf" srcId="{21245050-0C29-4428-AD83-792F6C171024}" destId="{84D133FD-F9EE-4CED-AAA1-9442CBC7F808}" srcOrd="0" destOrd="0" presId="urn:microsoft.com/office/officeart/2016/7/layout/VerticalHollowActionList"/>
    <dgm:cxn modelId="{351BF39A-F12B-4D58-B204-7CB204E231A1}" srcId="{CC6FF39A-9C71-4D02-BEDE-131002ED47DC}" destId="{0C710C0D-3876-4A72-AA29-C13CD2AFB366}" srcOrd="0" destOrd="0" parTransId="{AEB08420-8678-4DDE-A04E-4AFDD0FF1546}" sibTransId="{9828AB82-BD39-4606-B29E-9DCFD14975B0}"/>
    <dgm:cxn modelId="{123443A6-0DE3-4989-ADA4-58E0556F8E84}" type="presOf" srcId="{E640D7E4-E6C0-4B33-BDAA-D0D8FED8FEE7}" destId="{1D237400-57C7-4E44-AD7F-9090F41B1477}" srcOrd="0" destOrd="0" presId="urn:microsoft.com/office/officeart/2016/7/layout/VerticalHollowActionList"/>
    <dgm:cxn modelId="{BC3B8DBC-03A8-46D5-A5D6-4121D1629C6F}" type="presOf" srcId="{1FBA347F-5C31-4D83-822C-61ACF3CB7767}" destId="{A4A0EAB7-43C1-4880-9D72-CE7DBC3279BB}" srcOrd="0" destOrd="0" presId="urn:microsoft.com/office/officeart/2016/7/layout/VerticalHollowActionList"/>
    <dgm:cxn modelId="{62CDEFC6-B96B-4444-A083-C757288DB2EB}" type="presOf" srcId="{57C69AEF-58A5-4F74-8D3E-5722FD61D89D}" destId="{3D65FCBF-4E4E-4C8E-92CF-B12682D812B8}" srcOrd="0" destOrd="0" presId="urn:microsoft.com/office/officeart/2016/7/layout/VerticalHollowActionList"/>
    <dgm:cxn modelId="{4ECC30C9-17A8-4283-9D41-D28AC3AF80E1}" srcId="{21245050-0C29-4428-AD83-792F6C171024}" destId="{E640D7E4-E6C0-4B33-BDAA-D0D8FED8FEE7}" srcOrd="0" destOrd="0" parTransId="{7EC124D1-31F4-4C2A-B035-753987FD5B62}" sibTransId="{893A1A59-5BAD-4D23-BB6C-D9A6D98296DF}"/>
    <dgm:cxn modelId="{6CBE3DD4-DD44-42BD-8265-55945568B8CD}" type="presOf" srcId="{20004374-BD0D-4C3D-9805-D56A49B04846}" destId="{CF33265A-4D80-42C3-B3E0-7EBF3198DF4E}" srcOrd="0" destOrd="0" presId="urn:microsoft.com/office/officeart/2016/7/layout/VerticalHollowActionList"/>
    <dgm:cxn modelId="{FAA76FE0-C445-437F-9AF0-D9A117C8A48B}" srcId="{21245050-0C29-4428-AD83-792F6C171024}" destId="{26A2E735-4BFA-4A01-8BAA-CF6980CF95E6}" srcOrd="1" destOrd="0" parTransId="{EA6C27FD-3367-4AFA-BA9B-3519FFB550FC}" sibTransId="{99B25D56-25C4-4BBB-8297-07CE2E9CB8A0}"/>
    <dgm:cxn modelId="{EB4E8FEA-E5DF-457B-BDAE-5B1A70C92830}" srcId="{26A2E735-4BFA-4A01-8BAA-CF6980CF95E6}" destId="{20004374-BD0D-4C3D-9805-D56A49B04846}" srcOrd="0" destOrd="0" parTransId="{B325C4C6-CF02-4049-A9D5-A50E4B19389B}" sibTransId="{2978E293-D454-40AF-A436-B7634A8C2871}"/>
    <dgm:cxn modelId="{5EB74015-9E3B-4A76-98CB-17DB0A56942B}" type="presParOf" srcId="{84D133FD-F9EE-4CED-AAA1-9442CBC7F808}" destId="{409D8324-51D4-4DCE-94B6-E05736836714}" srcOrd="0" destOrd="0" presId="urn:microsoft.com/office/officeart/2016/7/layout/VerticalHollowActionList"/>
    <dgm:cxn modelId="{FCABABE9-9EA4-4723-8B7C-EA9BE2F0EF8D}" type="presParOf" srcId="{409D8324-51D4-4DCE-94B6-E05736836714}" destId="{1D237400-57C7-4E44-AD7F-9090F41B1477}" srcOrd="0" destOrd="0" presId="urn:microsoft.com/office/officeart/2016/7/layout/VerticalHollowActionList"/>
    <dgm:cxn modelId="{B3BA1177-4450-43F2-B327-F413661F461E}" type="presParOf" srcId="{409D8324-51D4-4DCE-94B6-E05736836714}" destId="{A4A0EAB7-43C1-4880-9D72-CE7DBC3279BB}" srcOrd="1" destOrd="0" presId="urn:microsoft.com/office/officeart/2016/7/layout/VerticalHollowActionList"/>
    <dgm:cxn modelId="{D828D4FC-BB97-402A-BD21-42C122C99213}" type="presParOf" srcId="{84D133FD-F9EE-4CED-AAA1-9442CBC7F808}" destId="{87036D22-6F00-4C02-8C5A-81B7859647EE}" srcOrd="1" destOrd="0" presId="urn:microsoft.com/office/officeart/2016/7/layout/VerticalHollowActionList"/>
    <dgm:cxn modelId="{0F5CE537-8C25-4A33-9C06-64BA221A698B}" type="presParOf" srcId="{84D133FD-F9EE-4CED-AAA1-9442CBC7F808}" destId="{8F1C4426-1890-4120-8077-1D7B6BE79E04}" srcOrd="2" destOrd="0" presId="urn:microsoft.com/office/officeart/2016/7/layout/VerticalHollowActionList"/>
    <dgm:cxn modelId="{CD0D2355-C203-455C-BF9A-F67ECC063F9F}" type="presParOf" srcId="{8F1C4426-1890-4120-8077-1D7B6BE79E04}" destId="{2FF2CDFC-D61D-41D6-8C54-C24494A5ECC3}" srcOrd="0" destOrd="0" presId="urn:microsoft.com/office/officeart/2016/7/layout/VerticalHollowActionList"/>
    <dgm:cxn modelId="{C0475BA2-C61C-4410-B7F8-911B8599788A}" type="presParOf" srcId="{8F1C4426-1890-4120-8077-1D7B6BE79E04}" destId="{CF33265A-4D80-42C3-B3E0-7EBF3198DF4E}" srcOrd="1" destOrd="0" presId="urn:microsoft.com/office/officeart/2016/7/layout/VerticalHollowActionList"/>
    <dgm:cxn modelId="{AD089F60-DF5F-438B-B21E-5E6C6E7F1852}" type="presParOf" srcId="{84D133FD-F9EE-4CED-AAA1-9442CBC7F808}" destId="{B5FB4DEB-E7E7-48A8-AEC1-C738AA452E4A}" srcOrd="3" destOrd="0" presId="urn:microsoft.com/office/officeart/2016/7/layout/VerticalHollowActionList"/>
    <dgm:cxn modelId="{50C4BA91-776A-4557-91CD-3D644E808CEC}" type="presParOf" srcId="{84D133FD-F9EE-4CED-AAA1-9442CBC7F808}" destId="{20C7461C-D93F-479E-8F72-32B10EC32728}" srcOrd="4" destOrd="0" presId="urn:microsoft.com/office/officeart/2016/7/layout/VerticalHollowActionList"/>
    <dgm:cxn modelId="{AA3E1A42-421C-412D-A3F8-311A314A4B60}" type="presParOf" srcId="{20C7461C-D93F-479E-8F72-32B10EC32728}" destId="{6201A8FC-6C8F-4801-91F0-37FCAD841516}" srcOrd="0" destOrd="0" presId="urn:microsoft.com/office/officeart/2016/7/layout/VerticalHollowActionList"/>
    <dgm:cxn modelId="{298CD75B-1E5B-497D-97A1-5DF67768FEE3}" type="presParOf" srcId="{20C7461C-D93F-479E-8F72-32B10EC32728}" destId="{CCA72540-AF49-4340-8029-851CCF345517}" srcOrd="1" destOrd="0" presId="urn:microsoft.com/office/officeart/2016/7/layout/VerticalHollowActionList"/>
    <dgm:cxn modelId="{1D2E71EA-A884-411F-B530-BC9B90383A50}" type="presParOf" srcId="{84D133FD-F9EE-4CED-AAA1-9442CBC7F808}" destId="{0F775C3A-66D4-401A-9BBD-85C98A79CC36}" srcOrd="5" destOrd="0" presId="urn:microsoft.com/office/officeart/2016/7/layout/VerticalHollowActionList"/>
    <dgm:cxn modelId="{36D51581-C3A3-4D4B-AF29-5D628C5E9BC1}" type="presParOf" srcId="{84D133FD-F9EE-4CED-AAA1-9442CBC7F808}" destId="{C34DB2E9-8F0E-4A7A-860C-460100414E95}" srcOrd="6" destOrd="0" presId="urn:microsoft.com/office/officeart/2016/7/layout/VerticalHollowActionList"/>
    <dgm:cxn modelId="{E6D68588-1412-4E5C-BA5A-BAE861137DF4}" type="presParOf" srcId="{C34DB2E9-8F0E-4A7A-860C-460100414E95}" destId="{AAB01777-1D53-40B9-89FB-51E5B30644AE}" srcOrd="0" destOrd="0" presId="urn:microsoft.com/office/officeart/2016/7/layout/VerticalHollowActionList"/>
    <dgm:cxn modelId="{516C3014-BBA2-47B0-97DB-FA08289132F7}" type="presParOf" srcId="{C34DB2E9-8F0E-4A7A-860C-460100414E95}" destId="{3D65FCBF-4E4E-4C8E-92CF-B12682D812B8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0164BB-3A04-457D-AA7E-D5A4BC95FEA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accent4_2" csCatId="accent4" phldr="1"/>
      <dgm:spPr/>
      <dgm:t>
        <a:bodyPr/>
        <a:lstStyle/>
        <a:p>
          <a:endParaRPr lang="en-US"/>
        </a:p>
      </dgm:t>
    </dgm:pt>
    <dgm:pt modelId="{B852153B-E8D3-4A63-B8E6-57EB39B384BC}">
      <dgm:prSet/>
      <dgm:spPr/>
      <dgm:t>
        <a:bodyPr/>
        <a:lstStyle/>
        <a:p>
          <a:pPr>
            <a:defRPr cap="all"/>
          </a:pPr>
          <a:r>
            <a:rPr lang="en-US"/>
            <a:t>Full-time employment</a:t>
          </a:r>
        </a:p>
      </dgm:t>
    </dgm:pt>
    <dgm:pt modelId="{80260D9A-1CFD-41EE-BE83-14F4DA6168FB}" type="parTrans" cxnId="{3BAA4E7E-8546-4464-BAF0-2E5510DA8C08}">
      <dgm:prSet/>
      <dgm:spPr/>
      <dgm:t>
        <a:bodyPr/>
        <a:lstStyle/>
        <a:p>
          <a:endParaRPr lang="en-US"/>
        </a:p>
      </dgm:t>
    </dgm:pt>
    <dgm:pt modelId="{AFC7DB03-8433-4953-B22E-88EB153EB22D}" type="sibTrans" cxnId="{3BAA4E7E-8546-4464-BAF0-2E5510DA8C08}">
      <dgm:prSet/>
      <dgm:spPr/>
      <dgm:t>
        <a:bodyPr/>
        <a:lstStyle/>
        <a:p>
          <a:endParaRPr lang="en-US"/>
        </a:p>
      </dgm:t>
    </dgm:pt>
    <dgm:pt modelId="{32154861-0401-4200-B5DF-0747C3425A5C}">
      <dgm:prSet/>
      <dgm:spPr/>
      <dgm:t>
        <a:bodyPr/>
        <a:lstStyle/>
        <a:p>
          <a:pPr>
            <a:defRPr cap="all"/>
          </a:pPr>
          <a:r>
            <a:rPr lang="en-US"/>
            <a:t>Part-time employment</a:t>
          </a:r>
        </a:p>
      </dgm:t>
    </dgm:pt>
    <dgm:pt modelId="{0979D5F9-F1EA-4955-8D6F-7B36C5FA9BD1}" type="parTrans" cxnId="{F02C8402-95A6-4A00-A853-42A039B269A6}">
      <dgm:prSet/>
      <dgm:spPr/>
      <dgm:t>
        <a:bodyPr/>
        <a:lstStyle/>
        <a:p>
          <a:endParaRPr lang="en-US"/>
        </a:p>
      </dgm:t>
    </dgm:pt>
    <dgm:pt modelId="{54E3963F-6564-465F-AB74-427C2381B3DE}" type="sibTrans" cxnId="{F02C8402-95A6-4A00-A853-42A039B269A6}">
      <dgm:prSet/>
      <dgm:spPr/>
      <dgm:t>
        <a:bodyPr/>
        <a:lstStyle/>
        <a:p>
          <a:endParaRPr lang="en-US"/>
        </a:p>
      </dgm:t>
    </dgm:pt>
    <dgm:pt modelId="{AD301B58-8CE1-408C-A714-6149DE8E9BED}">
      <dgm:prSet/>
      <dgm:spPr/>
      <dgm:t>
        <a:bodyPr/>
        <a:lstStyle/>
        <a:p>
          <a:pPr>
            <a:defRPr cap="all"/>
          </a:pPr>
          <a:r>
            <a:rPr lang="en-US"/>
            <a:t>Fixed-term employment</a:t>
          </a:r>
        </a:p>
      </dgm:t>
    </dgm:pt>
    <dgm:pt modelId="{D7F40836-B478-4954-ABEA-29436FD91688}" type="parTrans" cxnId="{613213D1-64E8-4953-BA25-8399DD1EB377}">
      <dgm:prSet/>
      <dgm:spPr/>
      <dgm:t>
        <a:bodyPr/>
        <a:lstStyle/>
        <a:p>
          <a:endParaRPr lang="en-US"/>
        </a:p>
      </dgm:t>
    </dgm:pt>
    <dgm:pt modelId="{783C82C4-EC6A-4074-BF16-8835C523D580}" type="sibTrans" cxnId="{613213D1-64E8-4953-BA25-8399DD1EB377}">
      <dgm:prSet/>
      <dgm:spPr/>
      <dgm:t>
        <a:bodyPr/>
        <a:lstStyle/>
        <a:p>
          <a:endParaRPr lang="en-US"/>
        </a:p>
      </dgm:t>
    </dgm:pt>
    <dgm:pt modelId="{CF2F2928-B044-48F2-94EA-F4784DA65C62}">
      <dgm:prSet/>
      <dgm:spPr/>
      <dgm:t>
        <a:bodyPr/>
        <a:lstStyle/>
        <a:p>
          <a:pPr>
            <a:defRPr cap="all"/>
          </a:pPr>
          <a:r>
            <a:rPr lang="en-US"/>
            <a:t>Casual employment</a:t>
          </a:r>
        </a:p>
      </dgm:t>
    </dgm:pt>
    <dgm:pt modelId="{824EE9C1-DF26-4355-ADFB-5BD0BDF5ACB6}" type="parTrans" cxnId="{04536959-A673-4B58-A4BA-FEF6C7D1A0E2}">
      <dgm:prSet/>
      <dgm:spPr/>
      <dgm:t>
        <a:bodyPr/>
        <a:lstStyle/>
        <a:p>
          <a:endParaRPr lang="en-US"/>
        </a:p>
      </dgm:t>
    </dgm:pt>
    <dgm:pt modelId="{0530C83B-79DA-45CF-98CE-9D314FBFEE88}" type="sibTrans" cxnId="{04536959-A673-4B58-A4BA-FEF6C7D1A0E2}">
      <dgm:prSet/>
      <dgm:spPr/>
      <dgm:t>
        <a:bodyPr/>
        <a:lstStyle/>
        <a:p>
          <a:endParaRPr lang="en-US"/>
        </a:p>
      </dgm:t>
    </dgm:pt>
    <dgm:pt modelId="{789E6419-94FA-4483-9E28-A43EBF6030E5}" type="pres">
      <dgm:prSet presAssocID="{830164BB-3A04-457D-AA7E-D5A4BC95FEA9}" presName="root" presStyleCnt="0">
        <dgm:presLayoutVars>
          <dgm:dir/>
          <dgm:resizeHandles val="exact"/>
        </dgm:presLayoutVars>
      </dgm:prSet>
      <dgm:spPr/>
    </dgm:pt>
    <dgm:pt modelId="{1B8091F3-7FA5-4105-B3CB-91B38442670B}" type="pres">
      <dgm:prSet presAssocID="{B852153B-E8D3-4A63-B8E6-57EB39B384BC}" presName="compNode" presStyleCnt="0"/>
      <dgm:spPr/>
    </dgm:pt>
    <dgm:pt modelId="{E745B61F-AE3A-4E6C-8A20-55D318F6D7F4}" type="pres">
      <dgm:prSet presAssocID="{B852153B-E8D3-4A63-B8E6-57EB39B384BC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9DF4CDC-83E2-41E3-9173-62A41EF5B344}" type="pres">
      <dgm:prSet presAssocID="{B852153B-E8D3-4A63-B8E6-57EB39B384B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C198F612-63F3-4FE1-92A6-DC789719214C}" type="pres">
      <dgm:prSet presAssocID="{B852153B-E8D3-4A63-B8E6-57EB39B384BC}" presName="spaceRect" presStyleCnt="0"/>
      <dgm:spPr/>
    </dgm:pt>
    <dgm:pt modelId="{2DFD56EC-1ED9-4EA9-A3D5-6EFDEC3B8B5E}" type="pres">
      <dgm:prSet presAssocID="{B852153B-E8D3-4A63-B8E6-57EB39B384BC}" presName="textRect" presStyleLbl="revTx" presStyleIdx="0" presStyleCnt="4">
        <dgm:presLayoutVars>
          <dgm:chMax val="1"/>
          <dgm:chPref val="1"/>
        </dgm:presLayoutVars>
      </dgm:prSet>
      <dgm:spPr/>
    </dgm:pt>
    <dgm:pt modelId="{BF2EF325-FE0A-4989-80FD-4D25DB4325D2}" type="pres">
      <dgm:prSet presAssocID="{AFC7DB03-8433-4953-B22E-88EB153EB22D}" presName="sibTrans" presStyleCnt="0"/>
      <dgm:spPr/>
    </dgm:pt>
    <dgm:pt modelId="{0D77F86B-291B-4E8F-B0C8-B444BC98D4FA}" type="pres">
      <dgm:prSet presAssocID="{32154861-0401-4200-B5DF-0747C3425A5C}" presName="compNode" presStyleCnt="0"/>
      <dgm:spPr/>
    </dgm:pt>
    <dgm:pt modelId="{1537F5E6-7F60-43C3-8215-1E0D463C4991}" type="pres">
      <dgm:prSet presAssocID="{32154861-0401-4200-B5DF-0747C3425A5C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F13836E-9E16-4F22-B6D3-341832617FAA}" type="pres">
      <dgm:prSet presAssocID="{32154861-0401-4200-B5DF-0747C3425A5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DCA7D1E2-A190-473A-A30C-6A569A4FDAF2}" type="pres">
      <dgm:prSet presAssocID="{32154861-0401-4200-B5DF-0747C3425A5C}" presName="spaceRect" presStyleCnt="0"/>
      <dgm:spPr/>
    </dgm:pt>
    <dgm:pt modelId="{3A989790-EEB0-49C7-8E4C-138485314D7D}" type="pres">
      <dgm:prSet presAssocID="{32154861-0401-4200-B5DF-0747C3425A5C}" presName="textRect" presStyleLbl="revTx" presStyleIdx="1" presStyleCnt="4">
        <dgm:presLayoutVars>
          <dgm:chMax val="1"/>
          <dgm:chPref val="1"/>
        </dgm:presLayoutVars>
      </dgm:prSet>
      <dgm:spPr/>
    </dgm:pt>
    <dgm:pt modelId="{DD60FDB0-ACB5-4706-98FE-564CEBD92ECF}" type="pres">
      <dgm:prSet presAssocID="{54E3963F-6564-465F-AB74-427C2381B3DE}" presName="sibTrans" presStyleCnt="0"/>
      <dgm:spPr/>
    </dgm:pt>
    <dgm:pt modelId="{F7BE81F2-1060-4828-A0D6-02B6AE611959}" type="pres">
      <dgm:prSet presAssocID="{AD301B58-8CE1-408C-A714-6149DE8E9BED}" presName="compNode" presStyleCnt="0"/>
      <dgm:spPr/>
    </dgm:pt>
    <dgm:pt modelId="{56D2D78B-8662-468B-B8FA-B21F8C32CB1D}" type="pres">
      <dgm:prSet presAssocID="{AD301B58-8CE1-408C-A714-6149DE8E9BED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E8BC27F-1815-429C-9F5D-071B4ABF4DB4}" type="pres">
      <dgm:prSet presAssocID="{AD301B58-8CE1-408C-A714-6149DE8E9BE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struction Worker"/>
        </a:ext>
      </dgm:extLst>
    </dgm:pt>
    <dgm:pt modelId="{B802EB53-26FB-4E35-9FB1-4D913609FF52}" type="pres">
      <dgm:prSet presAssocID="{AD301B58-8CE1-408C-A714-6149DE8E9BED}" presName="spaceRect" presStyleCnt="0"/>
      <dgm:spPr/>
    </dgm:pt>
    <dgm:pt modelId="{BD2D8AE9-FC82-4241-A852-7090C00883C3}" type="pres">
      <dgm:prSet presAssocID="{AD301B58-8CE1-408C-A714-6149DE8E9BED}" presName="textRect" presStyleLbl="revTx" presStyleIdx="2" presStyleCnt="4">
        <dgm:presLayoutVars>
          <dgm:chMax val="1"/>
          <dgm:chPref val="1"/>
        </dgm:presLayoutVars>
      </dgm:prSet>
      <dgm:spPr/>
    </dgm:pt>
    <dgm:pt modelId="{74F773AA-8115-4037-86CF-455BB27C9930}" type="pres">
      <dgm:prSet presAssocID="{783C82C4-EC6A-4074-BF16-8835C523D580}" presName="sibTrans" presStyleCnt="0"/>
      <dgm:spPr/>
    </dgm:pt>
    <dgm:pt modelId="{DD2E7376-E92C-4771-8A47-2E432415CD4D}" type="pres">
      <dgm:prSet presAssocID="{CF2F2928-B044-48F2-94EA-F4784DA65C62}" presName="compNode" presStyleCnt="0"/>
      <dgm:spPr/>
    </dgm:pt>
    <dgm:pt modelId="{8FE21BB3-DD11-487E-BD7F-99FBD5711899}" type="pres">
      <dgm:prSet presAssocID="{CF2F2928-B044-48F2-94EA-F4784DA65C62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8AAC634-229F-486B-90DC-4D51A05CC94A}" type="pres">
      <dgm:prSet presAssocID="{CF2F2928-B044-48F2-94EA-F4784DA65C6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it"/>
        </a:ext>
      </dgm:extLst>
    </dgm:pt>
    <dgm:pt modelId="{41B0E56F-3414-4E37-B43C-0FD376F254C5}" type="pres">
      <dgm:prSet presAssocID="{CF2F2928-B044-48F2-94EA-F4784DA65C62}" presName="spaceRect" presStyleCnt="0"/>
      <dgm:spPr/>
    </dgm:pt>
    <dgm:pt modelId="{4F41342A-1194-43F4-A8C7-D014F5870BCF}" type="pres">
      <dgm:prSet presAssocID="{CF2F2928-B044-48F2-94EA-F4784DA65C6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02C8402-95A6-4A00-A853-42A039B269A6}" srcId="{830164BB-3A04-457D-AA7E-D5A4BC95FEA9}" destId="{32154861-0401-4200-B5DF-0747C3425A5C}" srcOrd="1" destOrd="0" parTransId="{0979D5F9-F1EA-4955-8D6F-7B36C5FA9BD1}" sibTransId="{54E3963F-6564-465F-AB74-427C2381B3DE}"/>
    <dgm:cxn modelId="{53FAEB19-AD82-46EA-991C-26088BEC0A16}" type="presOf" srcId="{830164BB-3A04-457D-AA7E-D5A4BC95FEA9}" destId="{789E6419-94FA-4483-9E28-A43EBF6030E5}" srcOrd="0" destOrd="0" presId="urn:microsoft.com/office/officeart/2018/5/layout/IconLeafLabelList"/>
    <dgm:cxn modelId="{6DE39C27-098F-4560-A69B-27C3730F8765}" type="presOf" srcId="{B852153B-E8D3-4A63-B8E6-57EB39B384BC}" destId="{2DFD56EC-1ED9-4EA9-A3D5-6EFDEC3B8B5E}" srcOrd="0" destOrd="0" presId="urn:microsoft.com/office/officeart/2018/5/layout/IconLeafLabelList"/>
    <dgm:cxn modelId="{C57C6428-3070-40E5-8BCA-059D9FCE19BA}" type="presOf" srcId="{CF2F2928-B044-48F2-94EA-F4784DA65C62}" destId="{4F41342A-1194-43F4-A8C7-D014F5870BCF}" srcOrd="0" destOrd="0" presId="urn:microsoft.com/office/officeart/2018/5/layout/IconLeafLabelList"/>
    <dgm:cxn modelId="{04536959-A673-4B58-A4BA-FEF6C7D1A0E2}" srcId="{830164BB-3A04-457D-AA7E-D5A4BC95FEA9}" destId="{CF2F2928-B044-48F2-94EA-F4784DA65C62}" srcOrd="3" destOrd="0" parTransId="{824EE9C1-DF26-4355-ADFB-5BD0BDF5ACB6}" sibTransId="{0530C83B-79DA-45CF-98CE-9D314FBFEE88}"/>
    <dgm:cxn modelId="{3BAA4E7E-8546-4464-BAF0-2E5510DA8C08}" srcId="{830164BB-3A04-457D-AA7E-D5A4BC95FEA9}" destId="{B852153B-E8D3-4A63-B8E6-57EB39B384BC}" srcOrd="0" destOrd="0" parTransId="{80260D9A-1CFD-41EE-BE83-14F4DA6168FB}" sibTransId="{AFC7DB03-8433-4953-B22E-88EB153EB22D}"/>
    <dgm:cxn modelId="{68D0D3BC-7AAA-4F0B-A53B-35FA6390B8ED}" type="presOf" srcId="{AD301B58-8CE1-408C-A714-6149DE8E9BED}" destId="{BD2D8AE9-FC82-4241-A852-7090C00883C3}" srcOrd="0" destOrd="0" presId="urn:microsoft.com/office/officeart/2018/5/layout/IconLeafLabelList"/>
    <dgm:cxn modelId="{613213D1-64E8-4953-BA25-8399DD1EB377}" srcId="{830164BB-3A04-457D-AA7E-D5A4BC95FEA9}" destId="{AD301B58-8CE1-408C-A714-6149DE8E9BED}" srcOrd="2" destOrd="0" parTransId="{D7F40836-B478-4954-ABEA-29436FD91688}" sibTransId="{783C82C4-EC6A-4074-BF16-8835C523D580}"/>
    <dgm:cxn modelId="{0FD79EFB-352C-46D8-B0EF-C5197690168A}" type="presOf" srcId="{32154861-0401-4200-B5DF-0747C3425A5C}" destId="{3A989790-EEB0-49C7-8E4C-138485314D7D}" srcOrd="0" destOrd="0" presId="urn:microsoft.com/office/officeart/2018/5/layout/IconLeafLabelList"/>
    <dgm:cxn modelId="{5A7686D0-A000-4EDE-81C8-FE907BD68806}" type="presParOf" srcId="{789E6419-94FA-4483-9E28-A43EBF6030E5}" destId="{1B8091F3-7FA5-4105-B3CB-91B38442670B}" srcOrd="0" destOrd="0" presId="urn:microsoft.com/office/officeart/2018/5/layout/IconLeafLabelList"/>
    <dgm:cxn modelId="{067AB016-1056-4419-A5DA-3D0E37D1C61D}" type="presParOf" srcId="{1B8091F3-7FA5-4105-B3CB-91B38442670B}" destId="{E745B61F-AE3A-4E6C-8A20-55D318F6D7F4}" srcOrd="0" destOrd="0" presId="urn:microsoft.com/office/officeart/2018/5/layout/IconLeafLabelList"/>
    <dgm:cxn modelId="{53C7AB0A-D846-4972-A2DD-611D629845F5}" type="presParOf" srcId="{1B8091F3-7FA5-4105-B3CB-91B38442670B}" destId="{99DF4CDC-83E2-41E3-9173-62A41EF5B344}" srcOrd="1" destOrd="0" presId="urn:microsoft.com/office/officeart/2018/5/layout/IconLeafLabelList"/>
    <dgm:cxn modelId="{0B2B218D-6566-465E-8B3D-CDE919F0BE83}" type="presParOf" srcId="{1B8091F3-7FA5-4105-B3CB-91B38442670B}" destId="{C198F612-63F3-4FE1-92A6-DC789719214C}" srcOrd="2" destOrd="0" presId="urn:microsoft.com/office/officeart/2018/5/layout/IconLeafLabelList"/>
    <dgm:cxn modelId="{B63350F4-B442-4B36-A40D-7BD607BE2C69}" type="presParOf" srcId="{1B8091F3-7FA5-4105-B3CB-91B38442670B}" destId="{2DFD56EC-1ED9-4EA9-A3D5-6EFDEC3B8B5E}" srcOrd="3" destOrd="0" presId="urn:microsoft.com/office/officeart/2018/5/layout/IconLeafLabelList"/>
    <dgm:cxn modelId="{8118CCE7-F153-4F4D-8E6E-2F0326FD00A1}" type="presParOf" srcId="{789E6419-94FA-4483-9E28-A43EBF6030E5}" destId="{BF2EF325-FE0A-4989-80FD-4D25DB4325D2}" srcOrd="1" destOrd="0" presId="urn:microsoft.com/office/officeart/2018/5/layout/IconLeafLabelList"/>
    <dgm:cxn modelId="{FB6738CB-70B8-4087-B492-E76187D87EE1}" type="presParOf" srcId="{789E6419-94FA-4483-9E28-A43EBF6030E5}" destId="{0D77F86B-291B-4E8F-B0C8-B444BC98D4FA}" srcOrd="2" destOrd="0" presId="urn:microsoft.com/office/officeart/2018/5/layout/IconLeafLabelList"/>
    <dgm:cxn modelId="{7CDAA190-E1A0-4F72-A326-E26B57E54C55}" type="presParOf" srcId="{0D77F86B-291B-4E8F-B0C8-B444BC98D4FA}" destId="{1537F5E6-7F60-43C3-8215-1E0D463C4991}" srcOrd="0" destOrd="0" presId="urn:microsoft.com/office/officeart/2018/5/layout/IconLeafLabelList"/>
    <dgm:cxn modelId="{F133B677-7E3A-44D6-8F9B-227E3CB609F6}" type="presParOf" srcId="{0D77F86B-291B-4E8F-B0C8-B444BC98D4FA}" destId="{6F13836E-9E16-4F22-B6D3-341832617FAA}" srcOrd="1" destOrd="0" presId="urn:microsoft.com/office/officeart/2018/5/layout/IconLeafLabelList"/>
    <dgm:cxn modelId="{619B8592-0C14-42E2-99AB-52704662E49F}" type="presParOf" srcId="{0D77F86B-291B-4E8F-B0C8-B444BC98D4FA}" destId="{DCA7D1E2-A190-473A-A30C-6A569A4FDAF2}" srcOrd="2" destOrd="0" presId="urn:microsoft.com/office/officeart/2018/5/layout/IconLeafLabelList"/>
    <dgm:cxn modelId="{381129C8-A3B7-4A1B-B2D5-AEB128182405}" type="presParOf" srcId="{0D77F86B-291B-4E8F-B0C8-B444BC98D4FA}" destId="{3A989790-EEB0-49C7-8E4C-138485314D7D}" srcOrd="3" destOrd="0" presId="urn:microsoft.com/office/officeart/2018/5/layout/IconLeafLabelList"/>
    <dgm:cxn modelId="{B3E007B9-B28D-4C5C-90F7-D4CAC8D4A998}" type="presParOf" srcId="{789E6419-94FA-4483-9E28-A43EBF6030E5}" destId="{DD60FDB0-ACB5-4706-98FE-564CEBD92ECF}" srcOrd="3" destOrd="0" presId="urn:microsoft.com/office/officeart/2018/5/layout/IconLeafLabelList"/>
    <dgm:cxn modelId="{EBCA4384-A53C-439E-83B4-4B428C05F94B}" type="presParOf" srcId="{789E6419-94FA-4483-9E28-A43EBF6030E5}" destId="{F7BE81F2-1060-4828-A0D6-02B6AE611959}" srcOrd="4" destOrd="0" presId="urn:microsoft.com/office/officeart/2018/5/layout/IconLeafLabelList"/>
    <dgm:cxn modelId="{AC5583C2-121C-4820-B8C9-3DDB62CDDC2A}" type="presParOf" srcId="{F7BE81F2-1060-4828-A0D6-02B6AE611959}" destId="{56D2D78B-8662-468B-B8FA-B21F8C32CB1D}" srcOrd="0" destOrd="0" presId="urn:microsoft.com/office/officeart/2018/5/layout/IconLeafLabelList"/>
    <dgm:cxn modelId="{298FCB86-6EFC-49D1-BCA1-58BA064511C1}" type="presParOf" srcId="{F7BE81F2-1060-4828-A0D6-02B6AE611959}" destId="{AE8BC27F-1815-429C-9F5D-071B4ABF4DB4}" srcOrd="1" destOrd="0" presId="urn:microsoft.com/office/officeart/2018/5/layout/IconLeafLabelList"/>
    <dgm:cxn modelId="{516EDC93-3AF0-4E0D-9C96-020E619FE7B8}" type="presParOf" srcId="{F7BE81F2-1060-4828-A0D6-02B6AE611959}" destId="{B802EB53-26FB-4E35-9FB1-4D913609FF52}" srcOrd="2" destOrd="0" presId="urn:microsoft.com/office/officeart/2018/5/layout/IconLeafLabelList"/>
    <dgm:cxn modelId="{F7B8668B-473C-4652-B11E-A69267DEA40A}" type="presParOf" srcId="{F7BE81F2-1060-4828-A0D6-02B6AE611959}" destId="{BD2D8AE9-FC82-4241-A852-7090C00883C3}" srcOrd="3" destOrd="0" presId="urn:microsoft.com/office/officeart/2018/5/layout/IconLeafLabelList"/>
    <dgm:cxn modelId="{405AA2CA-5D2F-40ED-96A9-62D2CCCF76DC}" type="presParOf" srcId="{789E6419-94FA-4483-9E28-A43EBF6030E5}" destId="{74F773AA-8115-4037-86CF-455BB27C9930}" srcOrd="5" destOrd="0" presId="urn:microsoft.com/office/officeart/2018/5/layout/IconLeafLabelList"/>
    <dgm:cxn modelId="{36048E1C-8578-4DC6-8F98-A39B141DD87F}" type="presParOf" srcId="{789E6419-94FA-4483-9E28-A43EBF6030E5}" destId="{DD2E7376-E92C-4771-8A47-2E432415CD4D}" srcOrd="6" destOrd="0" presId="urn:microsoft.com/office/officeart/2018/5/layout/IconLeafLabelList"/>
    <dgm:cxn modelId="{BAA1C762-BDA3-4D07-900A-08812EB0A16D}" type="presParOf" srcId="{DD2E7376-E92C-4771-8A47-2E432415CD4D}" destId="{8FE21BB3-DD11-487E-BD7F-99FBD5711899}" srcOrd="0" destOrd="0" presId="urn:microsoft.com/office/officeart/2018/5/layout/IconLeafLabelList"/>
    <dgm:cxn modelId="{1305931A-04D3-40E7-B9C1-C238C92110C7}" type="presParOf" srcId="{DD2E7376-E92C-4771-8A47-2E432415CD4D}" destId="{E8AAC634-229F-486B-90DC-4D51A05CC94A}" srcOrd="1" destOrd="0" presId="urn:microsoft.com/office/officeart/2018/5/layout/IconLeafLabelList"/>
    <dgm:cxn modelId="{1632D76B-E27D-4F1C-9D47-D620AF26A2B8}" type="presParOf" srcId="{DD2E7376-E92C-4771-8A47-2E432415CD4D}" destId="{41B0E56F-3414-4E37-B43C-0FD376F254C5}" srcOrd="2" destOrd="0" presId="urn:microsoft.com/office/officeart/2018/5/layout/IconLeafLabelList"/>
    <dgm:cxn modelId="{572F8017-5E7D-4201-972A-D6384472F1A2}" type="presParOf" srcId="{DD2E7376-E92C-4771-8A47-2E432415CD4D}" destId="{4F41342A-1194-43F4-A8C7-D014F5870BC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725DE2-F747-450D-BAA9-D59710E02AF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EAF9393-E0CA-4593-8EDD-A416026E7E5A}">
      <dgm:prSet/>
      <dgm:spPr/>
      <dgm:t>
        <a:bodyPr/>
        <a:lstStyle/>
        <a:p>
          <a:r>
            <a:rPr lang="en-US"/>
            <a:t>Organise files and tools</a:t>
          </a:r>
        </a:p>
      </dgm:t>
    </dgm:pt>
    <dgm:pt modelId="{0E3E4F6C-1ADA-4E19-888C-A975E326BA8C}" type="parTrans" cxnId="{2BB4BE38-7211-4E9A-8B68-A41690CB4D3B}">
      <dgm:prSet/>
      <dgm:spPr/>
      <dgm:t>
        <a:bodyPr/>
        <a:lstStyle/>
        <a:p>
          <a:endParaRPr lang="en-US"/>
        </a:p>
      </dgm:t>
    </dgm:pt>
    <dgm:pt modelId="{C6AE8BE6-E7F0-481D-927D-4263E84E4231}" type="sibTrans" cxnId="{2BB4BE38-7211-4E9A-8B68-A41690CB4D3B}">
      <dgm:prSet/>
      <dgm:spPr/>
      <dgm:t>
        <a:bodyPr/>
        <a:lstStyle/>
        <a:p>
          <a:endParaRPr lang="en-US"/>
        </a:p>
      </dgm:t>
    </dgm:pt>
    <dgm:pt modelId="{7EF8EBBC-542A-454C-9424-1B875EBED436}">
      <dgm:prSet/>
      <dgm:spPr/>
      <dgm:t>
        <a:bodyPr/>
        <a:lstStyle/>
        <a:p>
          <a:r>
            <a:rPr lang="en-US"/>
            <a:t>Use labels and filing systems</a:t>
          </a:r>
        </a:p>
      </dgm:t>
    </dgm:pt>
    <dgm:pt modelId="{61DC7D8A-C06B-4878-AA4D-AB77FC21094C}" type="parTrans" cxnId="{8919D106-8FE5-4CB0-AF3A-7C0432F461A6}">
      <dgm:prSet/>
      <dgm:spPr/>
      <dgm:t>
        <a:bodyPr/>
        <a:lstStyle/>
        <a:p>
          <a:endParaRPr lang="en-US"/>
        </a:p>
      </dgm:t>
    </dgm:pt>
    <dgm:pt modelId="{3B7062AF-E53C-42AF-9357-F0E8E9F3C003}" type="sibTrans" cxnId="{8919D106-8FE5-4CB0-AF3A-7C0432F461A6}">
      <dgm:prSet/>
      <dgm:spPr/>
      <dgm:t>
        <a:bodyPr/>
        <a:lstStyle/>
        <a:p>
          <a:endParaRPr lang="en-US"/>
        </a:p>
      </dgm:t>
    </dgm:pt>
    <dgm:pt modelId="{1BCA2E21-F0AC-4FD5-B53B-0421E2A289A7}">
      <dgm:prSet/>
      <dgm:spPr/>
      <dgm:t>
        <a:bodyPr/>
        <a:lstStyle/>
        <a:p>
          <a:r>
            <a:rPr lang="en-US"/>
            <a:t>Maintain a clean workspace</a:t>
          </a:r>
        </a:p>
      </dgm:t>
    </dgm:pt>
    <dgm:pt modelId="{8F0F6E61-D528-43DC-A947-944552E10707}" type="parTrans" cxnId="{4530A1B5-8E0A-4F04-97B4-825ACA570CDD}">
      <dgm:prSet/>
      <dgm:spPr/>
      <dgm:t>
        <a:bodyPr/>
        <a:lstStyle/>
        <a:p>
          <a:endParaRPr lang="en-US"/>
        </a:p>
      </dgm:t>
    </dgm:pt>
    <dgm:pt modelId="{73DB17EA-D3FE-4C8F-B77E-46E3959BF8F7}" type="sibTrans" cxnId="{4530A1B5-8E0A-4F04-97B4-825ACA570CDD}">
      <dgm:prSet/>
      <dgm:spPr/>
      <dgm:t>
        <a:bodyPr/>
        <a:lstStyle/>
        <a:p>
          <a:endParaRPr lang="en-US"/>
        </a:p>
      </dgm:t>
    </dgm:pt>
    <dgm:pt modelId="{C2869E70-7788-4926-A5E1-8041398BEE02}">
      <dgm:prSet/>
      <dgm:spPr/>
      <dgm:t>
        <a:bodyPr/>
        <a:lstStyle/>
        <a:p>
          <a:r>
            <a:rPr lang="en-US"/>
            <a:t>Implement workplace procedures</a:t>
          </a:r>
        </a:p>
      </dgm:t>
    </dgm:pt>
    <dgm:pt modelId="{42EC82E9-AF88-4F48-B90C-16344E6F5F5C}" type="parTrans" cxnId="{095028FB-C5B5-4B5D-801F-A194A1F6AECB}">
      <dgm:prSet/>
      <dgm:spPr/>
      <dgm:t>
        <a:bodyPr/>
        <a:lstStyle/>
        <a:p>
          <a:endParaRPr lang="en-US"/>
        </a:p>
      </dgm:t>
    </dgm:pt>
    <dgm:pt modelId="{16E6C9DC-FF04-4C17-9E6A-39A8F4B8F9AC}" type="sibTrans" cxnId="{095028FB-C5B5-4B5D-801F-A194A1F6AECB}">
      <dgm:prSet/>
      <dgm:spPr/>
      <dgm:t>
        <a:bodyPr/>
        <a:lstStyle/>
        <a:p>
          <a:endParaRPr lang="en-US"/>
        </a:p>
      </dgm:t>
    </dgm:pt>
    <dgm:pt modelId="{96F2B60F-2FC5-44BF-BAF4-5349EA6B5431}" type="pres">
      <dgm:prSet presAssocID="{C1725DE2-F747-450D-BAA9-D59710E02AFD}" presName="root" presStyleCnt="0">
        <dgm:presLayoutVars>
          <dgm:dir/>
          <dgm:resizeHandles val="exact"/>
        </dgm:presLayoutVars>
      </dgm:prSet>
      <dgm:spPr/>
    </dgm:pt>
    <dgm:pt modelId="{C74EA4DF-EC71-4A4C-83B8-627FB59115FD}" type="pres">
      <dgm:prSet presAssocID="{3EAF9393-E0CA-4593-8EDD-A416026E7E5A}" presName="compNode" presStyleCnt="0"/>
      <dgm:spPr/>
    </dgm:pt>
    <dgm:pt modelId="{1E5E77F6-B8A4-4757-93D1-26906EB987CA}" type="pres">
      <dgm:prSet presAssocID="{3EAF9393-E0CA-4593-8EDD-A416026E7E5A}" presName="bgRect" presStyleLbl="bgShp" presStyleIdx="0" presStyleCnt="4"/>
      <dgm:spPr/>
    </dgm:pt>
    <dgm:pt modelId="{F86664DD-CFE9-403A-8214-3366E65E2BEF}" type="pres">
      <dgm:prSet presAssocID="{3EAF9393-E0CA-4593-8EDD-A416026E7E5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3E616201-ACBE-4715-A47F-991E3C5863EB}" type="pres">
      <dgm:prSet presAssocID="{3EAF9393-E0CA-4593-8EDD-A416026E7E5A}" presName="spaceRect" presStyleCnt="0"/>
      <dgm:spPr/>
    </dgm:pt>
    <dgm:pt modelId="{D6DBC0B4-476C-431C-B837-B5BB8C128765}" type="pres">
      <dgm:prSet presAssocID="{3EAF9393-E0CA-4593-8EDD-A416026E7E5A}" presName="parTx" presStyleLbl="revTx" presStyleIdx="0" presStyleCnt="4">
        <dgm:presLayoutVars>
          <dgm:chMax val="0"/>
          <dgm:chPref val="0"/>
        </dgm:presLayoutVars>
      </dgm:prSet>
      <dgm:spPr/>
    </dgm:pt>
    <dgm:pt modelId="{7589FC63-2436-4DC5-B67E-F7FB80A8C238}" type="pres">
      <dgm:prSet presAssocID="{C6AE8BE6-E7F0-481D-927D-4263E84E4231}" presName="sibTrans" presStyleCnt="0"/>
      <dgm:spPr/>
    </dgm:pt>
    <dgm:pt modelId="{7ED25618-E3CC-4934-8E2C-6157A5BDAD18}" type="pres">
      <dgm:prSet presAssocID="{7EF8EBBC-542A-454C-9424-1B875EBED436}" presName="compNode" presStyleCnt="0"/>
      <dgm:spPr/>
    </dgm:pt>
    <dgm:pt modelId="{7825F6A5-6A3D-43A9-AD4C-2902126FB71D}" type="pres">
      <dgm:prSet presAssocID="{7EF8EBBC-542A-454C-9424-1B875EBED436}" presName="bgRect" presStyleLbl="bgShp" presStyleIdx="1" presStyleCnt="4"/>
      <dgm:spPr/>
    </dgm:pt>
    <dgm:pt modelId="{48FFC0C8-1483-4F10-942B-A203B26249C9}" type="pres">
      <dgm:prSet presAssocID="{7EF8EBBC-542A-454C-9424-1B875EBED43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00CEA72-2649-47CF-B7BE-477AE3433BF9}" type="pres">
      <dgm:prSet presAssocID="{7EF8EBBC-542A-454C-9424-1B875EBED436}" presName="spaceRect" presStyleCnt="0"/>
      <dgm:spPr/>
    </dgm:pt>
    <dgm:pt modelId="{8903591D-14F8-4D2B-B905-28023FF0C342}" type="pres">
      <dgm:prSet presAssocID="{7EF8EBBC-542A-454C-9424-1B875EBED436}" presName="parTx" presStyleLbl="revTx" presStyleIdx="1" presStyleCnt="4">
        <dgm:presLayoutVars>
          <dgm:chMax val="0"/>
          <dgm:chPref val="0"/>
        </dgm:presLayoutVars>
      </dgm:prSet>
      <dgm:spPr/>
    </dgm:pt>
    <dgm:pt modelId="{B5B2DD83-9E63-45B5-AE29-AA357CFF97DE}" type="pres">
      <dgm:prSet presAssocID="{3B7062AF-E53C-42AF-9357-F0E8E9F3C003}" presName="sibTrans" presStyleCnt="0"/>
      <dgm:spPr/>
    </dgm:pt>
    <dgm:pt modelId="{6CD9E2E3-E81B-4B86-B822-8EF04E43AEFC}" type="pres">
      <dgm:prSet presAssocID="{1BCA2E21-F0AC-4FD5-B53B-0421E2A289A7}" presName="compNode" presStyleCnt="0"/>
      <dgm:spPr/>
    </dgm:pt>
    <dgm:pt modelId="{A558D1C1-9238-41AB-A702-294A395169BA}" type="pres">
      <dgm:prSet presAssocID="{1BCA2E21-F0AC-4FD5-B53B-0421E2A289A7}" presName="bgRect" presStyleLbl="bgShp" presStyleIdx="2" presStyleCnt="4"/>
      <dgm:spPr/>
    </dgm:pt>
    <dgm:pt modelId="{81A52A4C-1B77-4096-A8C3-D7874174EB57}" type="pres">
      <dgm:prSet presAssocID="{1BCA2E21-F0AC-4FD5-B53B-0421E2A289A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206D42FD-0060-4F36-9222-B1AC21928D55}" type="pres">
      <dgm:prSet presAssocID="{1BCA2E21-F0AC-4FD5-B53B-0421E2A289A7}" presName="spaceRect" presStyleCnt="0"/>
      <dgm:spPr/>
    </dgm:pt>
    <dgm:pt modelId="{5E6373C0-29B5-4695-BC98-209F7A54BB27}" type="pres">
      <dgm:prSet presAssocID="{1BCA2E21-F0AC-4FD5-B53B-0421E2A289A7}" presName="parTx" presStyleLbl="revTx" presStyleIdx="2" presStyleCnt="4">
        <dgm:presLayoutVars>
          <dgm:chMax val="0"/>
          <dgm:chPref val="0"/>
        </dgm:presLayoutVars>
      </dgm:prSet>
      <dgm:spPr/>
    </dgm:pt>
    <dgm:pt modelId="{1F0006F3-F493-4FB1-81D5-E4DB86E52A57}" type="pres">
      <dgm:prSet presAssocID="{73DB17EA-D3FE-4C8F-B77E-46E3959BF8F7}" presName="sibTrans" presStyleCnt="0"/>
      <dgm:spPr/>
    </dgm:pt>
    <dgm:pt modelId="{39C044F0-217E-4CA6-A514-1C24FBF93FB7}" type="pres">
      <dgm:prSet presAssocID="{C2869E70-7788-4926-A5E1-8041398BEE02}" presName="compNode" presStyleCnt="0"/>
      <dgm:spPr/>
    </dgm:pt>
    <dgm:pt modelId="{0B443A67-F396-4338-8209-7F6B33ED1B07}" type="pres">
      <dgm:prSet presAssocID="{C2869E70-7788-4926-A5E1-8041398BEE02}" presName="bgRect" presStyleLbl="bgShp" presStyleIdx="3" presStyleCnt="4"/>
      <dgm:spPr/>
    </dgm:pt>
    <dgm:pt modelId="{A62ED8A0-7621-4322-A927-F022F41C61DE}" type="pres">
      <dgm:prSet presAssocID="{C2869E70-7788-4926-A5E1-8041398BEE0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C05A8235-CDDD-4F63-B9E8-2EA3021340ED}" type="pres">
      <dgm:prSet presAssocID="{C2869E70-7788-4926-A5E1-8041398BEE02}" presName="spaceRect" presStyleCnt="0"/>
      <dgm:spPr/>
    </dgm:pt>
    <dgm:pt modelId="{D39A4E5E-A5A9-462D-9FFA-BB9CB2FACAE3}" type="pres">
      <dgm:prSet presAssocID="{C2869E70-7788-4926-A5E1-8041398BEE0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5A7B401-CF57-49D7-B752-DF10A860F4FB}" type="presOf" srcId="{C1725DE2-F747-450D-BAA9-D59710E02AFD}" destId="{96F2B60F-2FC5-44BF-BAF4-5349EA6B5431}" srcOrd="0" destOrd="0" presId="urn:microsoft.com/office/officeart/2018/2/layout/IconVerticalSolidList"/>
    <dgm:cxn modelId="{8919D106-8FE5-4CB0-AF3A-7C0432F461A6}" srcId="{C1725DE2-F747-450D-BAA9-D59710E02AFD}" destId="{7EF8EBBC-542A-454C-9424-1B875EBED436}" srcOrd="1" destOrd="0" parTransId="{61DC7D8A-C06B-4878-AA4D-AB77FC21094C}" sibTransId="{3B7062AF-E53C-42AF-9357-F0E8E9F3C003}"/>
    <dgm:cxn modelId="{B2D2911A-EBD1-4F85-AC37-19228EAACA8D}" type="presOf" srcId="{1BCA2E21-F0AC-4FD5-B53B-0421E2A289A7}" destId="{5E6373C0-29B5-4695-BC98-209F7A54BB27}" srcOrd="0" destOrd="0" presId="urn:microsoft.com/office/officeart/2018/2/layout/IconVerticalSolidList"/>
    <dgm:cxn modelId="{7F6EC520-FFBE-454F-9310-810620175069}" type="presOf" srcId="{3EAF9393-E0CA-4593-8EDD-A416026E7E5A}" destId="{D6DBC0B4-476C-431C-B837-B5BB8C128765}" srcOrd="0" destOrd="0" presId="urn:microsoft.com/office/officeart/2018/2/layout/IconVerticalSolidList"/>
    <dgm:cxn modelId="{2BB4BE38-7211-4E9A-8B68-A41690CB4D3B}" srcId="{C1725DE2-F747-450D-BAA9-D59710E02AFD}" destId="{3EAF9393-E0CA-4593-8EDD-A416026E7E5A}" srcOrd="0" destOrd="0" parTransId="{0E3E4F6C-1ADA-4E19-888C-A975E326BA8C}" sibTransId="{C6AE8BE6-E7F0-481D-927D-4263E84E4231}"/>
    <dgm:cxn modelId="{68AD9850-E2BA-4307-B57A-A6E91FEE8D0A}" type="presOf" srcId="{C2869E70-7788-4926-A5E1-8041398BEE02}" destId="{D39A4E5E-A5A9-462D-9FFA-BB9CB2FACAE3}" srcOrd="0" destOrd="0" presId="urn:microsoft.com/office/officeart/2018/2/layout/IconVerticalSolidList"/>
    <dgm:cxn modelId="{4530A1B5-8E0A-4F04-97B4-825ACA570CDD}" srcId="{C1725DE2-F747-450D-BAA9-D59710E02AFD}" destId="{1BCA2E21-F0AC-4FD5-B53B-0421E2A289A7}" srcOrd="2" destOrd="0" parTransId="{8F0F6E61-D528-43DC-A947-944552E10707}" sibTransId="{73DB17EA-D3FE-4C8F-B77E-46E3959BF8F7}"/>
    <dgm:cxn modelId="{3BFE44C2-1504-4DD6-BA8E-7E05E1AA467C}" type="presOf" srcId="{7EF8EBBC-542A-454C-9424-1B875EBED436}" destId="{8903591D-14F8-4D2B-B905-28023FF0C342}" srcOrd="0" destOrd="0" presId="urn:microsoft.com/office/officeart/2018/2/layout/IconVerticalSolidList"/>
    <dgm:cxn modelId="{095028FB-C5B5-4B5D-801F-A194A1F6AECB}" srcId="{C1725DE2-F747-450D-BAA9-D59710E02AFD}" destId="{C2869E70-7788-4926-A5E1-8041398BEE02}" srcOrd="3" destOrd="0" parTransId="{42EC82E9-AF88-4F48-B90C-16344E6F5F5C}" sibTransId="{16E6C9DC-FF04-4C17-9E6A-39A8F4B8F9AC}"/>
    <dgm:cxn modelId="{4F1F1208-9F36-49FA-999F-524475E66070}" type="presParOf" srcId="{96F2B60F-2FC5-44BF-BAF4-5349EA6B5431}" destId="{C74EA4DF-EC71-4A4C-83B8-627FB59115FD}" srcOrd="0" destOrd="0" presId="urn:microsoft.com/office/officeart/2018/2/layout/IconVerticalSolidList"/>
    <dgm:cxn modelId="{345E8479-A832-43A2-BE4E-F1F7210516AB}" type="presParOf" srcId="{C74EA4DF-EC71-4A4C-83B8-627FB59115FD}" destId="{1E5E77F6-B8A4-4757-93D1-26906EB987CA}" srcOrd="0" destOrd="0" presId="urn:microsoft.com/office/officeart/2018/2/layout/IconVerticalSolidList"/>
    <dgm:cxn modelId="{B5777B47-9D5D-469A-8EAB-F7DF19AF37C8}" type="presParOf" srcId="{C74EA4DF-EC71-4A4C-83B8-627FB59115FD}" destId="{F86664DD-CFE9-403A-8214-3366E65E2BEF}" srcOrd="1" destOrd="0" presId="urn:microsoft.com/office/officeart/2018/2/layout/IconVerticalSolidList"/>
    <dgm:cxn modelId="{7C843767-4C1B-4400-A905-3AE34B79FFB0}" type="presParOf" srcId="{C74EA4DF-EC71-4A4C-83B8-627FB59115FD}" destId="{3E616201-ACBE-4715-A47F-991E3C5863EB}" srcOrd="2" destOrd="0" presId="urn:microsoft.com/office/officeart/2018/2/layout/IconVerticalSolidList"/>
    <dgm:cxn modelId="{368D4286-E7F8-4ED6-BE1D-3359C76F3D05}" type="presParOf" srcId="{C74EA4DF-EC71-4A4C-83B8-627FB59115FD}" destId="{D6DBC0B4-476C-431C-B837-B5BB8C128765}" srcOrd="3" destOrd="0" presId="urn:microsoft.com/office/officeart/2018/2/layout/IconVerticalSolidList"/>
    <dgm:cxn modelId="{6AE24885-29B2-46FC-A40B-BB0990147BB6}" type="presParOf" srcId="{96F2B60F-2FC5-44BF-BAF4-5349EA6B5431}" destId="{7589FC63-2436-4DC5-B67E-F7FB80A8C238}" srcOrd="1" destOrd="0" presId="urn:microsoft.com/office/officeart/2018/2/layout/IconVerticalSolidList"/>
    <dgm:cxn modelId="{B2EE9014-AC27-467F-8C31-7E72E4EE9487}" type="presParOf" srcId="{96F2B60F-2FC5-44BF-BAF4-5349EA6B5431}" destId="{7ED25618-E3CC-4934-8E2C-6157A5BDAD18}" srcOrd="2" destOrd="0" presId="urn:microsoft.com/office/officeart/2018/2/layout/IconVerticalSolidList"/>
    <dgm:cxn modelId="{85A71B71-4092-4835-8E9F-5DFE0F0BC119}" type="presParOf" srcId="{7ED25618-E3CC-4934-8E2C-6157A5BDAD18}" destId="{7825F6A5-6A3D-43A9-AD4C-2902126FB71D}" srcOrd="0" destOrd="0" presId="urn:microsoft.com/office/officeart/2018/2/layout/IconVerticalSolidList"/>
    <dgm:cxn modelId="{91E34398-E611-41B5-A1E8-941B5EE90CA8}" type="presParOf" srcId="{7ED25618-E3CC-4934-8E2C-6157A5BDAD18}" destId="{48FFC0C8-1483-4F10-942B-A203B26249C9}" srcOrd="1" destOrd="0" presId="urn:microsoft.com/office/officeart/2018/2/layout/IconVerticalSolidList"/>
    <dgm:cxn modelId="{B7072A1F-C032-4671-8280-BFDCCB5C5CAA}" type="presParOf" srcId="{7ED25618-E3CC-4934-8E2C-6157A5BDAD18}" destId="{500CEA72-2649-47CF-B7BE-477AE3433BF9}" srcOrd="2" destOrd="0" presId="urn:microsoft.com/office/officeart/2018/2/layout/IconVerticalSolidList"/>
    <dgm:cxn modelId="{514AC7E5-8B7B-471C-95D0-EB72704834C0}" type="presParOf" srcId="{7ED25618-E3CC-4934-8E2C-6157A5BDAD18}" destId="{8903591D-14F8-4D2B-B905-28023FF0C342}" srcOrd="3" destOrd="0" presId="urn:microsoft.com/office/officeart/2018/2/layout/IconVerticalSolidList"/>
    <dgm:cxn modelId="{12253D58-2ADD-4B87-A672-F4D9F422D053}" type="presParOf" srcId="{96F2B60F-2FC5-44BF-BAF4-5349EA6B5431}" destId="{B5B2DD83-9E63-45B5-AE29-AA357CFF97DE}" srcOrd="3" destOrd="0" presId="urn:microsoft.com/office/officeart/2018/2/layout/IconVerticalSolidList"/>
    <dgm:cxn modelId="{3A16DFB6-1E67-41BD-A5DB-CED9683ECE2E}" type="presParOf" srcId="{96F2B60F-2FC5-44BF-BAF4-5349EA6B5431}" destId="{6CD9E2E3-E81B-4B86-B822-8EF04E43AEFC}" srcOrd="4" destOrd="0" presId="urn:microsoft.com/office/officeart/2018/2/layout/IconVerticalSolidList"/>
    <dgm:cxn modelId="{E2D3519B-2FBF-4953-8ECD-9508559E0974}" type="presParOf" srcId="{6CD9E2E3-E81B-4B86-B822-8EF04E43AEFC}" destId="{A558D1C1-9238-41AB-A702-294A395169BA}" srcOrd="0" destOrd="0" presId="urn:microsoft.com/office/officeart/2018/2/layout/IconVerticalSolidList"/>
    <dgm:cxn modelId="{B37B0F6E-6023-4293-93BC-6ED355A6E454}" type="presParOf" srcId="{6CD9E2E3-E81B-4B86-B822-8EF04E43AEFC}" destId="{81A52A4C-1B77-4096-A8C3-D7874174EB57}" srcOrd="1" destOrd="0" presId="urn:microsoft.com/office/officeart/2018/2/layout/IconVerticalSolidList"/>
    <dgm:cxn modelId="{5B9A0FE4-0464-4A8D-8269-386FEF26318D}" type="presParOf" srcId="{6CD9E2E3-E81B-4B86-B822-8EF04E43AEFC}" destId="{206D42FD-0060-4F36-9222-B1AC21928D55}" srcOrd="2" destOrd="0" presId="urn:microsoft.com/office/officeart/2018/2/layout/IconVerticalSolidList"/>
    <dgm:cxn modelId="{776B606F-EB30-417B-A85A-986322A848E2}" type="presParOf" srcId="{6CD9E2E3-E81B-4B86-B822-8EF04E43AEFC}" destId="{5E6373C0-29B5-4695-BC98-209F7A54BB27}" srcOrd="3" destOrd="0" presId="urn:microsoft.com/office/officeart/2018/2/layout/IconVerticalSolidList"/>
    <dgm:cxn modelId="{AC8A2F77-A846-48AB-80BF-1E6A6529DE8E}" type="presParOf" srcId="{96F2B60F-2FC5-44BF-BAF4-5349EA6B5431}" destId="{1F0006F3-F493-4FB1-81D5-E4DB86E52A57}" srcOrd="5" destOrd="0" presId="urn:microsoft.com/office/officeart/2018/2/layout/IconVerticalSolidList"/>
    <dgm:cxn modelId="{762E0961-EC44-46B8-B38C-61CABBE3CFB5}" type="presParOf" srcId="{96F2B60F-2FC5-44BF-BAF4-5349EA6B5431}" destId="{39C044F0-217E-4CA6-A514-1C24FBF93FB7}" srcOrd="6" destOrd="0" presId="urn:microsoft.com/office/officeart/2018/2/layout/IconVerticalSolidList"/>
    <dgm:cxn modelId="{E325BC9F-9479-4BEF-B3F7-6AF21196EAD7}" type="presParOf" srcId="{39C044F0-217E-4CA6-A514-1C24FBF93FB7}" destId="{0B443A67-F396-4338-8209-7F6B33ED1B07}" srcOrd="0" destOrd="0" presId="urn:microsoft.com/office/officeart/2018/2/layout/IconVerticalSolidList"/>
    <dgm:cxn modelId="{279472E8-ACD8-416E-924D-131BEE0564A9}" type="presParOf" srcId="{39C044F0-217E-4CA6-A514-1C24FBF93FB7}" destId="{A62ED8A0-7621-4322-A927-F022F41C61DE}" srcOrd="1" destOrd="0" presId="urn:microsoft.com/office/officeart/2018/2/layout/IconVerticalSolidList"/>
    <dgm:cxn modelId="{67C89212-A4B9-46D0-8B20-E2C2E8381E37}" type="presParOf" srcId="{39C044F0-217E-4CA6-A514-1C24FBF93FB7}" destId="{C05A8235-CDDD-4F63-B9E8-2EA3021340ED}" srcOrd="2" destOrd="0" presId="urn:microsoft.com/office/officeart/2018/2/layout/IconVerticalSolidList"/>
    <dgm:cxn modelId="{5F44EC21-0FFB-4AD7-8B36-674377A2AFD5}" type="presParOf" srcId="{39C044F0-217E-4CA6-A514-1C24FBF93FB7}" destId="{D39A4E5E-A5A9-462D-9FFA-BB9CB2FACAE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5C4FB2E-C1DA-4D1D-A956-32EDE4E1CDB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DC1F949-8C10-4D0A-A760-9C9342D2EC85}">
      <dgm:prSet/>
      <dgm:spPr/>
      <dgm:t>
        <a:bodyPr/>
        <a:lstStyle/>
        <a:p>
          <a:r>
            <a:rPr lang="en-US"/>
            <a:t>Quality of work</a:t>
          </a:r>
        </a:p>
      </dgm:t>
    </dgm:pt>
    <dgm:pt modelId="{CFB5F60E-927C-4925-88EB-72E09F25A60E}" type="parTrans" cxnId="{EE958B34-066F-45F6-AE27-AF45DE536DC5}">
      <dgm:prSet/>
      <dgm:spPr/>
      <dgm:t>
        <a:bodyPr/>
        <a:lstStyle/>
        <a:p>
          <a:endParaRPr lang="en-US"/>
        </a:p>
      </dgm:t>
    </dgm:pt>
    <dgm:pt modelId="{E60AF753-B0B8-4536-B635-4EB0A4CAF0CD}" type="sibTrans" cxnId="{EE958B34-066F-45F6-AE27-AF45DE536DC5}">
      <dgm:prSet/>
      <dgm:spPr/>
      <dgm:t>
        <a:bodyPr/>
        <a:lstStyle/>
        <a:p>
          <a:endParaRPr lang="en-US"/>
        </a:p>
      </dgm:t>
    </dgm:pt>
    <dgm:pt modelId="{6B528C0A-1D78-4E94-B5E6-798A01AF5C2C}">
      <dgm:prSet/>
      <dgm:spPr/>
      <dgm:t>
        <a:bodyPr/>
        <a:lstStyle/>
        <a:p>
          <a:r>
            <a:rPr lang="en-US"/>
            <a:t>Speed and efficiency</a:t>
          </a:r>
        </a:p>
      </dgm:t>
    </dgm:pt>
    <dgm:pt modelId="{DBDE3061-4FDA-4BB8-8025-58503561489A}" type="parTrans" cxnId="{39B9CC9F-8B1B-4780-9FBF-234951D82F07}">
      <dgm:prSet/>
      <dgm:spPr/>
      <dgm:t>
        <a:bodyPr/>
        <a:lstStyle/>
        <a:p>
          <a:endParaRPr lang="en-US"/>
        </a:p>
      </dgm:t>
    </dgm:pt>
    <dgm:pt modelId="{FC0CE3EB-BC7E-47A5-9C7E-DCB179AFB3F4}" type="sibTrans" cxnId="{39B9CC9F-8B1B-4780-9FBF-234951D82F07}">
      <dgm:prSet/>
      <dgm:spPr/>
      <dgm:t>
        <a:bodyPr/>
        <a:lstStyle/>
        <a:p>
          <a:endParaRPr lang="en-US"/>
        </a:p>
      </dgm:t>
    </dgm:pt>
    <dgm:pt modelId="{F6940607-876C-4A25-A5C7-2C1DBA2707AB}">
      <dgm:prSet/>
      <dgm:spPr/>
      <dgm:t>
        <a:bodyPr/>
        <a:lstStyle/>
        <a:p>
          <a:r>
            <a:rPr lang="en-US"/>
            <a:t>Consistency and trust</a:t>
          </a:r>
        </a:p>
      </dgm:t>
    </dgm:pt>
    <dgm:pt modelId="{DCF08B1D-C695-4EA7-B385-164757CF4849}" type="parTrans" cxnId="{73FBD88C-295F-4370-A32A-880F8FAA2F35}">
      <dgm:prSet/>
      <dgm:spPr/>
      <dgm:t>
        <a:bodyPr/>
        <a:lstStyle/>
        <a:p>
          <a:endParaRPr lang="en-US"/>
        </a:p>
      </dgm:t>
    </dgm:pt>
    <dgm:pt modelId="{EFC3C8E5-A8D8-4508-955E-76A0C3D4174F}" type="sibTrans" cxnId="{73FBD88C-295F-4370-A32A-880F8FAA2F35}">
      <dgm:prSet/>
      <dgm:spPr/>
      <dgm:t>
        <a:bodyPr/>
        <a:lstStyle/>
        <a:p>
          <a:endParaRPr lang="en-US"/>
        </a:p>
      </dgm:t>
    </dgm:pt>
    <dgm:pt modelId="{6B1CFC7C-FB39-4669-8FF6-71899D16F5BE}">
      <dgm:prSet/>
      <dgm:spPr/>
      <dgm:t>
        <a:bodyPr/>
        <a:lstStyle/>
        <a:p>
          <a:r>
            <a:rPr lang="en-US"/>
            <a:t>Meeting goals and deadlines</a:t>
          </a:r>
        </a:p>
      </dgm:t>
    </dgm:pt>
    <dgm:pt modelId="{A85D60FC-179B-4905-A529-8C9201870D06}" type="parTrans" cxnId="{77831C1A-8F36-4F6D-A1D5-0C431B1D007A}">
      <dgm:prSet/>
      <dgm:spPr/>
      <dgm:t>
        <a:bodyPr/>
        <a:lstStyle/>
        <a:p>
          <a:endParaRPr lang="en-US"/>
        </a:p>
      </dgm:t>
    </dgm:pt>
    <dgm:pt modelId="{396584AA-2D3D-4F3A-99F0-88C5EDBE6427}" type="sibTrans" cxnId="{77831C1A-8F36-4F6D-A1D5-0C431B1D007A}">
      <dgm:prSet/>
      <dgm:spPr/>
      <dgm:t>
        <a:bodyPr/>
        <a:lstStyle/>
        <a:p>
          <a:endParaRPr lang="en-US"/>
        </a:p>
      </dgm:t>
    </dgm:pt>
    <dgm:pt modelId="{E35AF62C-43CE-46A9-A836-3CBB3B4B0D92}" type="pres">
      <dgm:prSet presAssocID="{D5C4FB2E-C1DA-4D1D-A956-32EDE4E1CDB0}" presName="root" presStyleCnt="0">
        <dgm:presLayoutVars>
          <dgm:dir/>
          <dgm:resizeHandles val="exact"/>
        </dgm:presLayoutVars>
      </dgm:prSet>
      <dgm:spPr/>
    </dgm:pt>
    <dgm:pt modelId="{3072E573-600C-45E5-A84F-ED2F6209FC7A}" type="pres">
      <dgm:prSet presAssocID="{5DC1F949-8C10-4D0A-A760-9C9342D2EC85}" presName="compNode" presStyleCnt="0"/>
      <dgm:spPr/>
    </dgm:pt>
    <dgm:pt modelId="{AF2109C0-4231-4D1D-9351-1603F13321A5}" type="pres">
      <dgm:prSet presAssocID="{5DC1F949-8C10-4D0A-A760-9C9342D2EC85}" presName="bgRect" presStyleLbl="bgShp" presStyleIdx="0" presStyleCnt="4"/>
      <dgm:spPr/>
    </dgm:pt>
    <dgm:pt modelId="{15296E12-3330-4FEC-BC7A-866682BB054A}" type="pres">
      <dgm:prSet presAssocID="{5DC1F949-8C10-4D0A-A760-9C9342D2EC8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EBA2A154-5B75-4EAA-BBBA-5BAFD8757862}" type="pres">
      <dgm:prSet presAssocID="{5DC1F949-8C10-4D0A-A760-9C9342D2EC85}" presName="spaceRect" presStyleCnt="0"/>
      <dgm:spPr/>
    </dgm:pt>
    <dgm:pt modelId="{DC778DDE-1C4A-4995-BFCD-CC5AB9E6583C}" type="pres">
      <dgm:prSet presAssocID="{5DC1F949-8C10-4D0A-A760-9C9342D2EC85}" presName="parTx" presStyleLbl="revTx" presStyleIdx="0" presStyleCnt="4">
        <dgm:presLayoutVars>
          <dgm:chMax val="0"/>
          <dgm:chPref val="0"/>
        </dgm:presLayoutVars>
      </dgm:prSet>
      <dgm:spPr/>
    </dgm:pt>
    <dgm:pt modelId="{CD3BB3D0-013F-417B-A26F-479711796D6E}" type="pres">
      <dgm:prSet presAssocID="{E60AF753-B0B8-4536-B635-4EB0A4CAF0CD}" presName="sibTrans" presStyleCnt="0"/>
      <dgm:spPr/>
    </dgm:pt>
    <dgm:pt modelId="{C135B683-0C13-4BD3-806C-A2BD707004E0}" type="pres">
      <dgm:prSet presAssocID="{6B528C0A-1D78-4E94-B5E6-798A01AF5C2C}" presName="compNode" presStyleCnt="0"/>
      <dgm:spPr/>
    </dgm:pt>
    <dgm:pt modelId="{9E80E745-3719-43E4-8F51-91F372424AF4}" type="pres">
      <dgm:prSet presAssocID="{6B528C0A-1D78-4E94-B5E6-798A01AF5C2C}" presName="bgRect" presStyleLbl="bgShp" presStyleIdx="1" presStyleCnt="4"/>
      <dgm:spPr/>
    </dgm:pt>
    <dgm:pt modelId="{EACDBA9E-C8ED-49B8-A6E6-2DC62D9B7A71}" type="pres">
      <dgm:prSet presAssocID="{6B528C0A-1D78-4E94-B5E6-798A01AF5C2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3C552178-FB2C-407F-B743-6A27F9B4A143}" type="pres">
      <dgm:prSet presAssocID="{6B528C0A-1D78-4E94-B5E6-798A01AF5C2C}" presName="spaceRect" presStyleCnt="0"/>
      <dgm:spPr/>
    </dgm:pt>
    <dgm:pt modelId="{C183241F-308A-4D68-9466-0541B399ADF2}" type="pres">
      <dgm:prSet presAssocID="{6B528C0A-1D78-4E94-B5E6-798A01AF5C2C}" presName="parTx" presStyleLbl="revTx" presStyleIdx="1" presStyleCnt="4">
        <dgm:presLayoutVars>
          <dgm:chMax val="0"/>
          <dgm:chPref val="0"/>
        </dgm:presLayoutVars>
      </dgm:prSet>
      <dgm:spPr/>
    </dgm:pt>
    <dgm:pt modelId="{4BD0306E-EA1F-4056-A1A8-8110E08DFC39}" type="pres">
      <dgm:prSet presAssocID="{FC0CE3EB-BC7E-47A5-9C7E-DCB179AFB3F4}" presName="sibTrans" presStyleCnt="0"/>
      <dgm:spPr/>
    </dgm:pt>
    <dgm:pt modelId="{55C8BFA3-20A1-4EBE-9909-BAD0A2C6FB04}" type="pres">
      <dgm:prSet presAssocID="{F6940607-876C-4A25-A5C7-2C1DBA2707AB}" presName="compNode" presStyleCnt="0"/>
      <dgm:spPr/>
    </dgm:pt>
    <dgm:pt modelId="{8DA11426-488B-4EDF-A287-78FA174AE42C}" type="pres">
      <dgm:prSet presAssocID="{F6940607-876C-4A25-A5C7-2C1DBA2707AB}" presName="bgRect" presStyleLbl="bgShp" presStyleIdx="2" presStyleCnt="4"/>
      <dgm:spPr/>
    </dgm:pt>
    <dgm:pt modelId="{47FF6E0B-17CC-463B-BB5B-CABB3F270417}" type="pres">
      <dgm:prSet presAssocID="{F6940607-876C-4A25-A5C7-2C1DBA2707A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D0ACE1BF-258A-4670-9495-83494E89CD73}" type="pres">
      <dgm:prSet presAssocID="{F6940607-876C-4A25-A5C7-2C1DBA2707AB}" presName="spaceRect" presStyleCnt="0"/>
      <dgm:spPr/>
    </dgm:pt>
    <dgm:pt modelId="{89E97F2C-382A-45AD-9B2E-5F5C2F4EC891}" type="pres">
      <dgm:prSet presAssocID="{F6940607-876C-4A25-A5C7-2C1DBA2707AB}" presName="parTx" presStyleLbl="revTx" presStyleIdx="2" presStyleCnt="4">
        <dgm:presLayoutVars>
          <dgm:chMax val="0"/>
          <dgm:chPref val="0"/>
        </dgm:presLayoutVars>
      </dgm:prSet>
      <dgm:spPr/>
    </dgm:pt>
    <dgm:pt modelId="{92BF9078-DD0E-4E2F-8A94-E10711F6D596}" type="pres">
      <dgm:prSet presAssocID="{EFC3C8E5-A8D8-4508-955E-76A0C3D4174F}" presName="sibTrans" presStyleCnt="0"/>
      <dgm:spPr/>
    </dgm:pt>
    <dgm:pt modelId="{A9A5618F-40A7-4202-9654-BBBAAC3381D0}" type="pres">
      <dgm:prSet presAssocID="{6B1CFC7C-FB39-4669-8FF6-71899D16F5BE}" presName="compNode" presStyleCnt="0"/>
      <dgm:spPr/>
    </dgm:pt>
    <dgm:pt modelId="{B967B898-5171-4D0A-88AA-C5001770B46F}" type="pres">
      <dgm:prSet presAssocID="{6B1CFC7C-FB39-4669-8FF6-71899D16F5BE}" presName="bgRect" presStyleLbl="bgShp" presStyleIdx="3" presStyleCnt="4"/>
      <dgm:spPr/>
    </dgm:pt>
    <dgm:pt modelId="{7B2C28BA-C3F1-4E7F-ACD9-8E667A02066A}" type="pres">
      <dgm:prSet presAssocID="{6B1CFC7C-FB39-4669-8FF6-71899D16F5B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829F58B7-6283-40CB-9E71-BB0D774361C8}" type="pres">
      <dgm:prSet presAssocID="{6B1CFC7C-FB39-4669-8FF6-71899D16F5BE}" presName="spaceRect" presStyleCnt="0"/>
      <dgm:spPr/>
    </dgm:pt>
    <dgm:pt modelId="{7C86EC90-3BF3-4793-B4D7-0EBBA92DC998}" type="pres">
      <dgm:prSet presAssocID="{6B1CFC7C-FB39-4669-8FF6-71899D16F5B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7E66D0E-64F4-494E-AAC4-9C9E7AABA386}" type="presOf" srcId="{F6940607-876C-4A25-A5C7-2C1DBA2707AB}" destId="{89E97F2C-382A-45AD-9B2E-5F5C2F4EC891}" srcOrd="0" destOrd="0" presId="urn:microsoft.com/office/officeart/2018/2/layout/IconVerticalSolidList"/>
    <dgm:cxn modelId="{77831C1A-8F36-4F6D-A1D5-0C431B1D007A}" srcId="{D5C4FB2E-C1DA-4D1D-A956-32EDE4E1CDB0}" destId="{6B1CFC7C-FB39-4669-8FF6-71899D16F5BE}" srcOrd="3" destOrd="0" parTransId="{A85D60FC-179B-4905-A529-8C9201870D06}" sibTransId="{396584AA-2D3D-4F3A-99F0-88C5EDBE6427}"/>
    <dgm:cxn modelId="{E93BDB2A-4181-4D63-BEB6-925D0A9D1D83}" type="presOf" srcId="{6B1CFC7C-FB39-4669-8FF6-71899D16F5BE}" destId="{7C86EC90-3BF3-4793-B4D7-0EBBA92DC998}" srcOrd="0" destOrd="0" presId="urn:microsoft.com/office/officeart/2018/2/layout/IconVerticalSolidList"/>
    <dgm:cxn modelId="{EE958B34-066F-45F6-AE27-AF45DE536DC5}" srcId="{D5C4FB2E-C1DA-4D1D-A956-32EDE4E1CDB0}" destId="{5DC1F949-8C10-4D0A-A760-9C9342D2EC85}" srcOrd="0" destOrd="0" parTransId="{CFB5F60E-927C-4925-88EB-72E09F25A60E}" sibTransId="{E60AF753-B0B8-4536-B635-4EB0A4CAF0CD}"/>
    <dgm:cxn modelId="{B773B45D-B33E-436F-8187-33F0E06C18BF}" type="presOf" srcId="{5DC1F949-8C10-4D0A-A760-9C9342D2EC85}" destId="{DC778DDE-1C4A-4995-BFCD-CC5AB9E6583C}" srcOrd="0" destOrd="0" presId="urn:microsoft.com/office/officeart/2018/2/layout/IconVerticalSolidList"/>
    <dgm:cxn modelId="{C8DC0862-0D08-449A-9392-461838BA6367}" type="presOf" srcId="{6B528C0A-1D78-4E94-B5E6-798A01AF5C2C}" destId="{C183241F-308A-4D68-9466-0541B399ADF2}" srcOrd="0" destOrd="0" presId="urn:microsoft.com/office/officeart/2018/2/layout/IconVerticalSolidList"/>
    <dgm:cxn modelId="{BE223175-34CB-4022-9587-4750134BC479}" type="presOf" srcId="{D5C4FB2E-C1DA-4D1D-A956-32EDE4E1CDB0}" destId="{E35AF62C-43CE-46A9-A836-3CBB3B4B0D92}" srcOrd="0" destOrd="0" presId="urn:microsoft.com/office/officeart/2018/2/layout/IconVerticalSolidList"/>
    <dgm:cxn modelId="{73FBD88C-295F-4370-A32A-880F8FAA2F35}" srcId="{D5C4FB2E-C1DA-4D1D-A956-32EDE4E1CDB0}" destId="{F6940607-876C-4A25-A5C7-2C1DBA2707AB}" srcOrd="2" destOrd="0" parTransId="{DCF08B1D-C695-4EA7-B385-164757CF4849}" sibTransId="{EFC3C8E5-A8D8-4508-955E-76A0C3D4174F}"/>
    <dgm:cxn modelId="{39B9CC9F-8B1B-4780-9FBF-234951D82F07}" srcId="{D5C4FB2E-C1DA-4D1D-A956-32EDE4E1CDB0}" destId="{6B528C0A-1D78-4E94-B5E6-798A01AF5C2C}" srcOrd="1" destOrd="0" parTransId="{DBDE3061-4FDA-4BB8-8025-58503561489A}" sibTransId="{FC0CE3EB-BC7E-47A5-9C7E-DCB179AFB3F4}"/>
    <dgm:cxn modelId="{CE193024-1CC4-40C3-B4FA-145E848240A3}" type="presParOf" srcId="{E35AF62C-43CE-46A9-A836-3CBB3B4B0D92}" destId="{3072E573-600C-45E5-A84F-ED2F6209FC7A}" srcOrd="0" destOrd="0" presId="urn:microsoft.com/office/officeart/2018/2/layout/IconVerticalSolidList"/>
    <dgm:cxn modelId="{E574EAB5-8D93-4332-87F1-0C2FBABE7DEB}" type="presParOf" srcId="{3072E573-600C-45E5-A84F-ED2F6209FC7A}" destId="{AF2109C0-4231-4D1D-9351-1603F13321A5}" srcOrd="0" destOrd="0" presId="urn:microsoft.com/office/officeart/2018/2/layout/IconVerticalSolidList"/>
    <dgm:cxn modelId="{57D6293B-AAE6-40CE-BB72-92A3B3E193DD}" type="presParOf" srcId="{3072E573-600C-45E5-A84F-ED2F6209FC7A}" destId="{15296E12-3330-4FEC-BC7A-866682BB054A}" srcOrd="1" destOrd="0" presId="urn:microsoft.com/office/officeart/2018/2/layout/IconVerticalSolidList"/>
    <dgm:cxn modelId="{D49D5741-21EB-48E6-B964-11E9FB69B269}" type="presParOf" srcId="{3072E573-600C-45E5-A84F-ED2F6209FC7A}" destId="{EBA2A154-5B75-4EAA-BBBA-5BAFD8757862}" srcOrd="2" destOrd="0" presId="urn:microsoft.com/office/officeart/2018/2/layout/IconVerticalSolidList"/>
    <dgm:cxn modelId="{21797AA7-A904-47D4-A21A-4589C3C2DDEA}" type="presParOf" srcId="{3072E573-600C-45E5-A84F-ED2F6209FC7A}" destId="{DC778DDE-1C4A-4995-BFCD-CC5AB9E6583C}" srcOrd="3" destOrd="0" presId="urn:microsoft.com/office/officeart/2018/2/layout/IconVerticalSolidList"/>
    <dgm:cxn modelId="{ECF1D9EE-9A95-486E-B9CB-3F6F691E6569}" type="presParOf" srcId="{E35AF62C-43CE-46A9-A836-3CBB3B4B0D92}" destId="{CD3BB3D0-013F-417B-A26F-479711796D6E}" srcOrd="1" destOrd="0" presId="urn:microsoft.com/office/officeart/2018/2/layout/IconVerticalSolidList"/>
    <dgm:cxn modelId="{9DD29231-0B1B-478A-91F9-16F80C5E4421}" type="presParOf" srcId="{E35AF62C-43CE-46A9-A836-3CBB3B4B0D92}" destId="{C135B683-0C13-4BD3-806C-A2BD707004E0}" srcOrd="2" destOrd="0" presId="urn:microsoft.com/office/officeart/2018/2/layout/IconVerticalSolidList"/>
    <dgm:cxn modelId="{A837E03E-0E38-4680-A1A9-28C480319E19}" type="presParOf" srcId="{C135B683-0C13-4BD3-806C-A2BD707004E0}" destId="{9E80E745-3719-43E4-8F51-91F372424AF4}" srcOrd="0" destOrd="0" presId="urn:microsoft.com/office/officeart/2018/2/layout/IconVerticalSolidList"/>
    <dgm:cxn modelId="{B45EB79F-F1D9-4ED9-A888-8F65E7006ACE}" type="presParOf" srcId="{C135B683-0C13-4BD3-806C-A2BD707004E0}" destId="{EACDBA9E-C8ED-49B8-A6E6-2DC62D9B7A71}" srcOrd="1" destOrd="0" presId="urn:microsoft.com/office/officeart/2018/2/layout/IconVerticalSolidList"/>
    <dgm:cxn modelId="{19B72350-95A4-48A8-9DB8-1316065BFECC}" type="presParOf" srcId="{C135B683-0C13-4BD3-806C-A2BD707004E0}" destId="{3C552178-FB2C-407F-B743-6A27F9B4A143}" srcOrd="2" destOrd="0" presId="urn:microsoft.com/office/officeart/2018/2/layout/IconVerticalSolidList"/>
    <dgm:cxn modelId="{8A077E6B-A117-4C17-ADF9-67F481D58E88}" type="presParOf" srcId="{C135B683-0C13-4BD3-806C-A2BD707004E0}" destId="{C183241F-308A-4D68-9466-0541B399ADF2}" srcOrd="3" destOrd="0" presId="urn:microsoft.com/office/officeart/2018/2/layout/IconVerticalSolidList"/>
    <dgm:cxn modelId="{EB395CB4-A7F5-4571-B83A-794CCBE76D9A}" type="presParOf" srcId="{E35AF62C-43CE-46A9-A836-3CBB3B4B0D92}" destId="{4BD0306E-EA1F-4056-A1A8-8110E08DFC39}" srcOrd="3" destOrd="0" presId="urn:microsoft.com/office/officeart/2018/2/layout/IconVerticalSolidList"/>
    <dgm:cxn modelId="{C771FF1E-2F4C-468B-8477-25906A0DD8B4}" type="presParOf" srcId="{E35AF62C-43CE-46A9-A836-3CBB3B4B0D92}" destId="{55C8BFA3-20A1-4EBE-9909-BAD0A2C6FB04}" srcOrd="4" destOrd="0" presId="urn:microsoft.com/office/officeart/2018/2/layout/IconVerticalSolidList"/>
    <dgm:cxn modelId="{422E11F6-1BC0-486C-BEF8-4820C5240DED}" type="presParOf" srcId="{55C8BFA3-20A1-4EBE-9909-BAD0A2C6FB04}" destId="{8DA11426-488B-4EDF-A287-78FA174AE42C}" srcOrd="0" destOrd="0" presId="urn:microsoft.com/office/officeart/2018/2/layout/IconVerticalSolidList"/>
    <dgm:cxn modelId="{90426791-32AF-4D02-BF35-C8784CD1962C}" type="presParOf" srcId="{55C8BFA3-20A1-4EBE-9909-BAD0A2C6FB04}" destId="{47FF6E0B-17CC-463B-BB5B-CABB3F270417}" srcOrd="1" destOrd="0" presId="urn:microsoft.com/office/officeart/2018/2/layout/IconVerticalSolidList"/>
    <dgm:cxn modelId="{F2786537-B66F-49B5-A8EF-E4D9EA7EF4A8}" type="presParOf" srcId="{55C8BFA3-20A1-4EBE-9909-BAD0A2C6FB04}" destId="{D0ACE1BF-258A-4670-9495-83494E89CD73}" srcOrd="2" destOrd="0" presId="urn:microsoft.com/office/officeart/2018/2/layout/IconVerticalSolidList"/>
    <dgm:cxn modelId="{BC71F618-C0BD-4DB6-ADEC-0D456CC0DCED}" type="presParOf" srcId="{55C8BFA3-20A1-4EBE-9909-BAD0A2C6FB04}" destId="{89E97F2C-382A-45AD-9B2E-5F5C2F4EC891}" srcOrd="3" destOrd="0" presId="urn:microsoft.com/office/officeart/2018/2/layout/IconVerticalSolidList"/>
    <dgm:cxn modelId="{4F4B2E40-B896-49B1-A60B-B82B68AFDF67}" type="presParOf" srcId="{E35AF62C-43CE-46A9-A836-3CBB3B4B0D92}" destId="{92BF9078-DD0E-4E2F-8A94-E10711F6D596}" srcOrd="5" destOrd="0" presId="urn:microsoft.com/office/officeart/2018/2/layout/IconVerticalSolidList"/>
    <dgm:cxn modelId="{DC923175-83C4-4095-850C-536F0C5EE5E3}" type="presParOf" srcId="{E35AF62C-43CE-46A9-A836-3CBB3B4B0D92}" destId="{A9A5618F-40A7-4202-9654-BBBAAC3381D0}" srcOrd="6" destOrd="0" presId="urn:microsoft.com/office/officeart/2018/2/layout/IconVerticalSolidList"/>
    <dgm:cxn modelId="{A7576A11-9AC2-461E-ADB7-CC4C43779E54}" type="presParOf" srcId="{A9A5618F-40A7-4202-9654-BBBAAC3381D0}" destId="{B967B898-5171-4D0A-88AA-C5001770B46F}" srcOrd="0" destOrd="0" presId="urn:microsoft.com/office/officeart/2018/2/layout/IconVerticalSolidList"/>
    <dgm:cxn modelId="{49BA9F23-F210-4E8E-B291-13449A18016B}" type="presParOf" srcId="{A9A5618F-40A7-4202-9654-BBBAAC3381D0}" destId="{7B2C28BA-C3F1-4E7F-ACD9-8E667A02066A}" srcOrd="1" destOrd="0" presId="urn:microsoft.com/office/officeart/2018/2/layout/IconVerticalSolidList"/>
    <dgm:cxn modelId="{334C8221-8C06-4771-A32E-CD38661B91E5}" type="presParOf" srcId="{A9A5618F-40A7-4202-9654-BBBAAC3381D0}" destId="{829F58B7-6283-40CB-9E71-BB0D774361C8}" srcOrd="2" destOrd="0" presId="urn:microsoft.com/office/officeart/2018/2/layout/IconVerticalSolidList"/>
    <dgm:cxn modelId="{C3C79500-1D89-4DAC-A45B-D8CD2916E672}" type="presParOf" srcId="{A9A5618F-40A7-4202-9654-BBBAAC3381D0}" destId="{7C86EC90-3BF3-4793-B4D7-0EBBA92DC99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2F35999-CC4E-49DE-89F5-48FFBD593FA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3BC5DC1-8851-4533-BD93-82B4D43D75AF}">
      <dgm:prSet/>
      <dgm:spPr/>
      <dgm:t>
        <a:bodyPr/>
        <a:lstStyle/>
        <a:p>
          <a:r>
            <a:rPr lang="en-US"/>
            <a:t>Specific</a:t>
          </a:r>
        </a:p>
      </dgm:t>
    </dgm:pt>
    <dgm:pt modelId="{061FC592-63AD-4DF0-8BE1-8F1005FEA523}" type="parTrans" cxnId="{898D6F56-8FCE-4092-A25E-A041BF302443}">
      <dgm:prSet/>
      <dgm:spPr/>
      <dgm:t>
        <a:bodyPr/>
        <a:lstStyle/>
        <a:p>
          <a:endParaRPr lang="en-US"/>
        </a:p>
      </dgm:t>
    </dgm:pt>
    <dgm:pt modelId="{874E47FA-C9F6-43DD-B716-6F4B15D1EB38}" type="sibTrans" cxnId="{898D6F56-8FCE-4092-A25E-A041BF302443}">
      <dgm:prSet/>
      <dgm:spPr/>
      <dgm:t>
        <a:bodyPr/>
        <a:lstStyle/>
        <a:p>
          <a:endParaRPr lang="en-US"/>
        </a:p>
      </dgm:t>
    </dgm:pt>
    <dgm:pt modelId="{0694EEEE-2D63-4377-B04B-45925C17F542}">
      <dgm:prSet/>
      <dgm:spPr/>
      <dgm:t>
        <a:bodyPr/>
        <a:lstStyle/>
        <a:p>
          <a:r>
            <a:rPr lang="en-US"/>
            <a:t>Measurable</a:t>
          </a:r>
        </a:p>
      </dgm:t>
    </dgm:pt>
    <dgm:pt modelId="{2E8EB5F6-A07E-42CC-B58C-6832C2EE9ECE}" type="parTrans" cxnId="{1F0BD45B-9451-40B0-A92B-1C96A7F9B740}">
      <dgm:prSet/>
      <dgm:spPr/>
      <dgm:t>
        <a:bodyPr/>
        <a:lstStyle/>
        <a:p>
          <a:endParaRPr lang="en-US"/>
        </a:p>
      </dgm:t>
    </dgm:pt>
    <dgm:pt modelId="{2D3EF1E7-95EB-4A5D-9D47-0721DBC0DB04}" type="sibTrans" cxnId="{1F0BD45B-9451-40B0-A92B-1C96A7F9B740}">
      <dgm:prSet/>
      <dgm:spPr/>
      <dgm:t>
        <a:bodyPr/>
        <a:lstStyle/>
        <a:p>
          <a:endParaRPr lang="en-US"/>
        </a:p>
      </dgm:t>
    </dgm:pt>
    <dgm:pt modelId="{61F0A872-D839-40B4-B55E-C1F787877EC7}">
      <dgm:prSet/>
      <dgm:spPr/>
      <dgm:t>
        <a:bodyPr/>
        <a:lstStyle/>
        <a:p>
          <a:r>
            <a:rPr lang="en-US"/>
            <a:t>Attainable</a:t>
          </a:r>
        </a:p>
      </dgm:t>
    </dgm:pt>
    <dgm:pt modelId="{B5609357-31FD-4613-8329-84C94B4E5A87}" type="parTrans" cxnId="{A8FDFDA3-9E24-48CA-A0A8-CB02118DE951}">
      <dgm:prSet/>
      <dgm:spPr/>
      <dgm:t>
        <a:bodyPr/>
        <a:lstStyle/>
        <a:p>
          <a:endParaRPr lang="en-US"/>
        </a:p>
      </dgm:t>
    </dgm:pt>
    <dgm:pt modelId="{DF029948-DE40-40B5-976D-1AA44BDCCAB1}" type="sibTrans" cxnId="{A8FDFDA3-9E24-48CA-A0A8-CB02118DE951}">
      <dgm:prSet/>
      <dgm:spPr/>
      <dgm:t>
        <a:bodyPr/>
        <a:lstStyle/>
        <a:p>
          <a:endParaRPr lang="en-US"/>
        </a:p>
      </dgm:t>
    </dgm:pt>
    <dgm:pt modelId="{34E0BA5F-E219-4B41-927A-22E6EBE10CC9}">
      <dgm:prSet/>
      <dgm:spPr/>
      <dgm:t>
        <a:bodyPr/>
        <a:lstStyle/>
        <a:p>
          <a:r>
            <a:rPr lang="en-US"/>
            <a:t>Relevant</a:t>
          </a:r>
        </a:p>
      </dgm:t>
    </dgm:pt>
    <dgm:pt modelId="{A87C96EA-C92B-4C9B-B024-810B2EC28B98}" type="parTrans" cxnId="{EEF4D819-188A-466D-991C-239C7F8A4B68}">
      <dgm:prSet/>
      <dgm:spPr/>
      <dgm:t>
        <a:bodyPr/>
        <a:lstStyle/>
        <a:p>
          <a:endParaRPr lang="en-US"/>
        </a:p>
      </dgm:t>
    </dgm:pt>
    <dgm:pt modelId="{A5F9DC3A-AD61-4B15-AACE-95620CBC4812}" type="sibTrans" cxnId="{EEF4D819-188A-466D-991C-239C7F8A4B68}">
      <dgm:prSet/>
      <dgm:spPr/>
      <dgm:t>
        <a:bodyPr/>
        <a:lstStyle/>
        <a:p>
          <a:endParaRPr lang="en-US"/>
        </a:p>
      </dgm:t>
    </dgm:pt>
    <dgm:pt modelId="{F6A91865-E5F0-439A-9718-415E15D24C03}">
      <dgm:prSet/>
      <dgm:spPr/>
      <dgm:t>
        <a:bodyPr/>
        <a:lstStyle/>
        <a:p>
          <a:r>
            <a:rPr lang="en-US"/>
            <a:t>Time-bound</a:t>
          </a:r>
        </a:p>
      </dgm:t>
    </dgm:pt>
    <dgm:pt modelId="{FCEDDE72-03F7-49C1-AAD8-AC3B7AEC6776}" type="parTrans" cxnId="{3F80E6DB-4EEF-41CD-9AC3-717A66ECFA5D}">
      <dgm:prSet/>
      <dgm:spPr/>
      <dgm:t>
        <a:bodyPr/>
        <a:lstStyle/>
        <a:p>
          <a:endParaRPr lang="en-US"/>
        </a:p>
      </dgm:t>
    </dgm:pt>
    <dgm:pt modelId="{9BE9A905-91A0-46BD-88BC-9EE6F6CCCD6F}" type="sibTrans" cxnId="{3F80E6DB-4EEF-41CD-9AC3-717A66ECFA5D}">
      <dgm:prSet/>
      <dgm:spPr/>
      <dgm:t>
        <a:bodyPr/>
        <a:lstStyle/>
        <a:p>
          <a:endParaRPr lang="en-US"/>
        </a:p>
      </dgm:t>
    </dgm:pt>
    <dgm:pt modelId="{98E3001C-B367-47B8-B9CA-A5CC0021E3B2}" type="pres">
      <dgm:prSet presAssocID="{52F35999-CC4E-49DE-89F5-48FFBD593FA3}" presName="root" presStyleCnt="0">
        <dgm:presLayoutVars>
          <dgm:dir/>
          <dgm:resizeHandles val="exact"/>
        </dgm:presLayoutVars>
      </dgm:prSet>
      <dgm:spPr/>
    </dgm:pt>
    <dgm:pt modelId="{C3CC1C9E-6B6E-4DDA-A43E-C8B00BE823F6}" type="pres">
      <dgm:prSet presAssocID="{13BC5DC1-8851-4533-BD93-82B4D43D75AF}" presName="compNode" presStyleCnt="0"/>
      <dgm:spPr/>
    </dgm:pt>
    <dgm:pt modelId="{34B11953-4D6C-4FA4-AFE0-2A864006173B}" type="pres">
      <dgm:prSet presAssocID="{13BC5DC1-8851-4533-BD93-82B4D43D75AF}" presName="bgRect" presStyleLbl="bgShp" presStyleIdx="0" presStyleCnt="5"/>
      <dgm:spPr/>
    </dgm:pt>
    <dgm:pt modelId="{99027780-FE26-40BE-A281-A5DE3200F1FB}" type="pres">
      <dgm:prSet presAssocID="{13BC5DC1-8851-4533-BD93-82B4D43D75AF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451C073-F80E-4840-9215-B7DC88098018}" type="pres">
      <dgm:prSet presAssocID="{13BC5DC1-8851-4533-BD93-82B4D43D75AF}" presName="spaceRect" presStyleCnt="0"/>
      <dgm:spPr/>
    </dgm:pt>
    <dgm:pt modelId="{FE07FD18-3EE4-45DA-B912-95FB12072F3A}" type="pres">
      <dgm:prSet presAssocID="{13BC5DC1-8851-4533-BD93-82B4D43D75AF}" presName="parTx" presStyleLbl="revTx" presStyleIdx="0" presStyleCnt="5">
        <dgm:presLayoutVars>
          <dgm:chMax val="0"/>
          <dgm:chPref val="0"/>
        </dgm:presLayoutVars>
      </dgm:prSet>
      <dgm:spPr/>
    </dgm:pt>
    <dgm:pt modelId="{B12D5E76-F37B-4CD0-8634-45E0A80B918D}" type="pres">
      <dgm:prSet presAssocID="{874E47FA-C9F6-43DD-B716-6F4B15D1EB38}" presName="sibTrans" presStyleCnt="0"/>
      <dgm:spPr/>
    </dgm:pt>
    <dgm:pt modelId="{30AE84DB-EF11-4EA4-A250-BAA11718A728}" type="pres">
      <dgm:prSet presAssocID="{0694EEEE-2D63-4377-B04B-45925C17F542}" presName="compNode" presStyleCnt="0"/>
      <dgm:spPr/>
    </dgm:pt>
    <dgm:pt modelId="{F8206D5E-4AA1-4DFF-A8BC-62D2CC671DB8}" type="pres">
      <dgm:prSet presAssocID="{0694EEEE-2D63-4377-B04B-45925C17F542}" presName="bgRect" presStyleLbl="bgShp" presStyleIdx="1" presStyleCnt="5"/>
      <dgm:spPr/>
    </dgm:pt>
    <dgm:pt modelId="{CBE97FBE-88D2-46C9-B1EF-E6A0B7F0441C}" type="pres">
      <dgm:prSet presAssocID="{0694EEEE-2D63-4377-B04B-45925C17F542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40ED105-9D4F-41FA-B0EB-622B1F1349B2}" type="pres">
      <dgm:prSet presAssocID="{0694EEEE-2D63-4377-B04B-45925C17F542}" presName="spaceRect" presStyleCnt="0"/>
      <dgm:spPr/>
    </dgm:pt>
    <dgm:pt modelId="{9E2297FD-499B-49BD-8299-FF2F16D2530C}" type="pres">
      <dgm:prSet presAssocID="{0694EEEE-2D63-4377-B04B-45925C17F542}" presName="parTx" presStyleLbl="revTx" presStyleIdx="1" presStyleCnt="5">
        <dgm:presLayoutVars>
          <dgm:chMax val="0"/>
          <dgm:chPref val="0"/>
        </dgm:presLayoutVars>
      </dgm:prSet>
      <dgm:spPr/>
    </dgm:pt>
    <dgm:pt modelId="{AAAB9FFC-4C77-445A-87A5-AEBD5ACC176A}" type="pres">
      <dgm:prSet presAssocID="{2D3EF1E7-95EB-4A5D-9D47-0721DBC0DB04}" presName="sibTrans" presStyleCnt="0"/>
      <dgm:spPr/>
    </dgm:pt>
    <dgm:pt modelId="{0F838753-40CC-47C9-8E0A-84E1820C9238}" type="pres">
      <dgm:prSet presAssocID="{61F0A872-D839-40B4-B55E-C1F787877EC7}" presName="compNode" presStyleCnt="0"/>
      <dgm:spPr/>
    </dgm:pt>
    <dgm:pt modelId="{E912C356-0583-4A3F-A791-A1DCC305FCBF}" type="pres">
      <dgm:prSet presAssocID="{61F0A872-D839-40B4-B55E-C1F787877EC7}" presName="bgRect" presStyleLbl="bgShp" presStyleIdx="2" presStyleCnt="5"/>
      <dgm:spPr/>
    </dgm:pt>
    <dgm:pt modelId="{3C2B2473-2628-4C1F-BB62-C95D7711704F}" type="pres">
      <dgm:prSet presAssocID="{61F0A872-D839-40B4-B55E-C1F787877EC7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E2E446CE-B80C-4898-A4EB-89368AF51684}" type="pres">
      <dgm:prSet presAssocID="{61F0A872-D839-40B4-B55E-C1F787877EC7}" presName="spaceRect" presStyleCnt="0"/>
      <dgm:spPr/>
    </dgm:pt>
    <dgm:pt modelId="{E5B09ADB-394B-4EAB-8AEA-5D4A2A2A3F55}" type="pres">
      <dgm:prSet presAssocID="{61F0A872-D839-40B4-B55E-C1F787877EC7}" presName="parTx" presStyleLbl="revTx" presStyleIdx="2" presStyleCnt="5">
        <dgm:presLayoutVars>
          <dgm:chMax val="0"/>
          <dgm:chPref val="0"/>
        </dgm:presLayoutVars>
      </dgm:prSet>
      <dgm:spPr/>
    </dgm:pt>
    <dgm:pt modelId="{7AC60EF6-061C-4DC9-ABFF-E914A4EE3D57}" type="pres">
      <dgm:prSet presAssocID="{DF029948-DE40-40B5-976D-1AA44BDCCAB1}" presName="sibTrans" presStyleCnt="0"/>
      <dgm:spPr/>
    </dgm:pt>
    <dgm:pt modelId="{D6D2EA2D-4AE3-4BA2-8550-1562E13FC1C9}" type="pres">
      <dgm:prSet presAssocID="{34E0BA5F-E219-4B41-927A-22E6EBE10CC9}" presName="compNode" presStyleCnt="0"/>
      <dgm:spPr/>
    </dgm:pt>
    <dgm:pt modelId="{56BC2F60-C321-4285-9A6C-14A3AF7AABD1}" type="pres">
      <dgm:prSet presAssocID="{34E0BA5F-E219-4B41-927A-22E6EBE10CC9}" presName="bgRect" presStyleLbl="bgShp" presStyleIdx="3" presStyleCnt="5"/>
      <dgm:spPr/>
    </dgm:pt>
    <dgm:pt modelId="{5E589757-5C84-4D07-A9D7-493C887E4737}" type="pres">
      <dgm:prSet presAssocID="{34E0BA5F-E219-4B41-927A-22E6EBE10CC9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72758C73-D4FB-4D31-BFCC-CBCFA982E2EA}" type="pres">
      <dgm:prSet presAssocID="{34E0BA5F-E219-4B41-927A-22E6EBE10CC9}" presName="spaceRect" presStyleCnt="0"/>
      <dgm:spPr/>
    </dgm:pt>
    <dgm:pt modelId="{CC9227AA-573A-4181-923F-07473B3E010E}" type="pres">
      <dgm:prSet presAssocID="{34E0BA5F-E219-4B41-927A-22E6EBE10CC9}" presName="parTx" presStyleLbl="revTx" presStyleIdx="3" presStyleCnt="5">
        <dgm:presLayoutVars>
          <dgm:chMax val="0"/>
          <dgm:chPref val="0"/>
        </dgm:presLayoutVars>
      </dgm:prSet>
      <dgm:spPr/>
    </dgm:pt>
    <dgm:pt modelId="{CD5BC4B2-3CCB-41A5-98AB-9CB307B477F0}" type="pres">
      <dgm:prSet presAssocID="{A5F9DC3A-AD61-4B15-AACE-95620CBC4812}" presName="sibTrans" presStyleCnt="0"/>
      <dgm:spPr/>
    </dgm:pt>
    <dgm:pt modelId="{682FB920-EB5C-4EDD-9BE7-8241D6218B5B}" type="pres">
      <dgm:prSet presAssocID="{F6A91865-E5F0-439A-9718-415E15D24C03}" presName="compNode" presStyleCnt="0"/>
      <dgm:spPr/>
    </dgm:pt>
    <dgm:pt modelId="{3964C532-B63C-426A-846F-441DCD3AF810}" type="pres">
      <dgm:prSet presAssocID="{F6A91865-E5F0-439A-9718-415E15D24C03}" presName="bgRect" presStyleLbl="bgShp" presStyleIdx="4" presStyleCnt="5"/>
      <dgm:spPr/>
    </dgm:pt>
    <dgm:pt modelId="{9FF37324-3F1F-4B14-A0B0-912FAF51BA93}" type="pres">
      <dgm:prSet presAssocID="{F6A91865-E5F0-439A-9718-415E15D24C0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F6FC49E-B42F-4098-A399-1C6955F4F677}" type="pres">
      <dgm:prSet presAssocID="{F6A91865-E5F0-439A-9718-415E15D24C03}" presName="spaceRect" presStyleCnt="0"/>
      <dgm:spPr/>
    </dgm:pt>
    <dgm:pt modelId="{C17BF79F-4116-447E-8701-97D1762F331C}" type="pres">
      <dgm:prSet presAssocID="{F6A91865-E5F0-439A-9718-415E15D24C0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EF4D819-188A-466D-991C-239C7F8A4B68}" srcId="{52F35999-CC4E-49DE-89F5-48FFBD593FA3}" destId="{34E0BA5F-E219-4B41-927A-22E6EBE10CC9}" srcOrd="3" destOrd="0" parTransId="{A87C96EA-C92B-4C9B-B024-810B2EC28B98}" sibTransId="{A5F9DC3A-AD61-4B15-AACE-95620CBC4812}"/>
    <dgm:cxn modelId="{B96D1723-C0BE-4035-8FA0-3EF262DAAF91}" type="presOf" srcId="{61F0A872-D839-40B4-B55E-C1F787877EC7}" destId="{E5B09ADB-394B-4EAB-8AEA-5D4A2A2A3F55}" srcOrd="0" destOrd="0" presId="urn:microsoft.com/office/officeart/2018/2/layout/IconVerticalSolidList"/>
    <dgm:cxn modelId="{80C93225-91BA-4F8A-ADFF-1EE5FB010148}" type="presOf" srcId="{F6A91865-E5F0-439A-9718-415E15D24C03}" destId="{C17BF79F-4116-447E-8701-97D1762F331C}" srcOrd="0" destOrd="0" presId="urn:microsoft.com/office/officeart/2018/2/layout/IconVerticalSolidList"/>
    <dgm:cxn modelId="{A69D493D-427F-46DB-BC39-89CB9F43FAFF}" type="presOf" srcId="{52F35999-CC4E-49DE-89F5-48FFBD593FA3}" destId="{98E3001C-B367-47B8-B9CA-A5CC0021E3B2}" srcOrd="0" destOrd="0" presId="urn:microsoft.com/office/officeart/2018/2/layout/IconVerticalSolidList"/>
    <dgm:cxn modelId="{1F0BD45B-9451-40B0-A92B-1C96A7F9B740}" srcId="{52F35999-CC4E-49DE-89F5-48FFBD593FA3}" destId="{0694EEEE-2D63-4377-B04B-45925C17F542}" srcOrd="1" destOrd="0" parTransId="{2E8EB5F6-A07E-42CC-B58C-6832C2EE9ECE}" sibTransId="{2D3EF1E7-95EB-4A5D-9D47-0721DBC0DB04}"/>
    <dgm:cxn modelId="{1A9F8B52-8A66-4483-9D6E-E317B136D14A}" type="presOf" srcId="{0694EEEE-2D63-4377-B04B-45925C17F542}" destId="{9E2297FD-499B-49BD-8299-FF2F16D2530C}" srcOrd="0" destOrd="0" presId="urn:microsoft.com/office/officeart/2018/2/layout/IconVerticalSolidList"/>
    <dgm:cxn modelId="{898D6F56-8FCE-4092-A25E-A041BF302443}" srcId="{52F35999-CC4E-49DE-89F5-48FFBD593FA3}" destId="{13BC5DC1-8851-4533-BD93-82B4D43D75AF}" srcOrd="0" destOrd="0" parTransId="{061FC592-63AD-4DF0-8BE1-8F1005FEA523}" sibTransId="{874E47FA-C9F6-43DD-B716-6F4B15D1EB38}"/>
    <dgm:cxn modelId="{A8FDFDA3-9E24-48CA-A0A8-CB02118DE951}" srcId="{52F35999-CC4E-49DE-89F5-48FFBD593FA3}" destId="{61F0A872-D839-40B4-B55E-C1F787877EC7}" srcOrd="2" destOrd="0" parTransId="{B5609357-31FD-4613-8329-84C94B4E5A87}" sibTransId="{DF029948-DE40-40B5-976D-1AA44BDCCAB1}"/>
    <dgm:cxn modelId="{F1682BCD-A1BF-464A-B19C-DA8C853CE859}" type="presOf" srcId="{34E0BA5F-E219-4B41-927A-22E6EBE10CC9}" destId="{CC9227AA-573A-4181-923F-07473B3E010E}" srcOrd="0" destOrd="0" presId="urn:microsoft.com/office/officeart/2018/2/layout/IconVerticalSolidList"/>
    <dgm:cxn modelId="{3F80E6DB-4EEF-41CD-9AC3-717A66ECFA5D}" srcId="{52F35999-CC4E-49DE-89F5-48FFBD593FA3}" destId="{F6A91865-E5F0-439A-9718-415E15D24C03}" srcOrd="4" destOrd="0" parTransId="{FCEDDE72-03F7-49C1-AAD8-AC3B7AEC6776}" sibTransId="{9BE9A905-91A0-46BD-88BC-9EE6F6CCCD6F}"/>
    <dgm:cxn modelId="{08EFD2F6-6F53-49BB-96DE-90E74C07B6A4}" type="presOf" srcId="{13BC5DC1-8851-4533-BD93-82B4D43D75AF}" destId="{FE07FD18-3EE4-45DA-B912-95FB12072F3A}" srcOrd="0" destOrd="0" presId="urn:microsoft.com/office/officeart/2018/2/layout/IconVerticalSolidList"/>
    <dgm:cxn modelId="{D5066BD4-B10C-4671-A25D-FF5D16891D3B}" type="presParOf" srcId="{98E3001C-B367-47B8-B9CA-A5CC0021E3B2}" destId="{C3CC1C9E-6B6E-4DDA-A43E-C8B00BE823F6}" srcOrd="0" destOrd="0" presId="urn:microsoft.com/office/officeart/2018/2/layout/IconVerticalSolidList"/>
    <dgm:cxn modelId="{993AD780-7C89-428E-A3CC-8047B09BA09D}" type="presParOf" srcId="{C3CC1C9E-6B6E-4DDA-A43E-C8B00BE823F6}" destId="{34B11953-4D6C-4FA4-AFE0-2A864006173B}" srcOrd="0" destOrd="0" presId="urn:microsoft.com/office/officeart/2018/2/layout/IconVerticalSolidList"/>
    <dgm:cxn modelId="{FA4D4D2B-F6B9-43AA-8256-0762B67DD02F}" type="presParOf" srcId="{C3CC1C9E-6B6E-4DDA-A43E-C8B00BE823F6}" destId="{99027780-FE26-40BE-A281-A5DE3200F1FB}" srcOrd="1" destOrd="0" presId="urn:microsoft.com/office/officeart/2018/2/layout/IconVerticalSolidList"/>
    <dgm:cxn modelId="{B3F05A74-8F25-40D1-927D-AB0FF03B05A8}" type="presParOf" srcId="{C3CC1C9E-6B6E-4DDA-A43E-C8B00BE823F6}" destId="{B451C073-F80E-4840-9215-B7DC88098018}" srcOrd="2" destOrd="0" presId="urn:microsoft.com/office/officeart/2018/2/layout/IconVerticalSolidList"/>
    <dgm:cxn modelId="{9AB3D383-8AFA-4D41-9F48-5B7340C8FF3F}" type="presParOf" srcId="{C3CC1C9E-6B6E-4DDA-A43E-C8B00BE823F6}" destId="{FE07FD18-3EE4-45DA-B912-95FB12072F3A}" srcOrd="3" destOrd="0" presId="urn:microsoft.com/office/officeart/2018/2/layout/IconVerticalSolidList"/>
    <dgm:cxn modelId="{BD0EDE35-6762-45BB-9312-B52F17DEA7A3}" type="presParOf" srcId="{98E3001C-B367-47B8-B9CA-A5CC0021E3B2}" destId="{B12D5E76-F37B-4CD0-8634-45E0A80B918D}" srcOrd="1" destOrd="0" presId="urn:microsoft.com/office/officeart/2018/2/layout/IconVerticalSolidList"/>
    <dgm:cxn modelId="{D495FE34-934E-4BD8-87A2-CAB230E633F4}" type="presParOf" srcId="{98E3001C-B367-47B8-B9CA-A5CC0021E3B2}" destId="{30AE84DB-EF11-4EA4-A250-BAA11718A728}" srcOrd="2" destOrd="0" presId="urn:microsoft.com/office/officeart/2018/2/layout/IconVerticalSolidList"/>
    <dgm:cxn modelId="{1F08631C-97F6-4347-BB64-EDC8AD3B1E0B}" type="presParOf" srcId="{30AE84DB-EF11-4EA4-A250-BAA11718A728}" destId="{F8206D5E-4AA1-4DFF-A8BC-62D2CC671DB8}" srcOrd="0" destOrd="0" presId="urn:microsoft.com/office/officeart/2018/2/layout/IconVerticalSolidList"/>
    <dgm:cxn modelId="{C6A46ECC-F507-4F59-B44E-42E4B7AF6D3D}" type="presParOf" srcId="{30AE84DB-EF11-4EA4-A250-BAA11718A728}" destId="{CBE97FBE-88D2-46C9-B1EF-E6A0B7F0441C}" srcOrd="1" destOrd="0" presId="urn:microsoft.com/office/officeart/2018/2/layout/IconVerticalSolidList"/>
    <dgm:cxn modelId="{C83C3213-230A-49FE-8F57-C6602CE04F56}" type="presParOf" srcId="{30AE84DB-EF11-4EA4-A250-BAA11718A728}" destId="{040ED105-9D4F-41FA-B0EB-622B1F1349B2}" srcOrd="2" destOrd="0" presId="urn:microsoft.com/office/officeart/2018/2/layout/IconVerticalSolidList"/>
    <dgm:cxn modelId="{AAFA39E4-9B63-485F-B0A3-9CAD06F506F9}" type="presParOf" srcId="{30AE84DB-EF11-4EA4-A250-BAA11718A728}" destId="{9E2297FD-499B-49BD-8299-FF2F16D2530C}" srcOrd="3" destOrd="0" presId="urn:microsoft.com/office/officeart/2018/2/layout/IconVerticalSolidList"/>
    <dgm:cxn modelId="{B6894EB4-2F6D-4720-BA77-ED82237545A7}" type="presParOf" srcId="{98E3001C-B367-47B8-B9CA-A5CC0021E3B2}" destId="{AAAB9FFC-4C77-445A-87A5-AEBD5ACC176A}" srcOrd="3" destOrd="0" presId="urn:microsoft.com/office/officeart/2018/2/layout/IconVerticalSolidList"/>
    <dgm:cxn modelId="{9A0AEBAF-D38C-4E58-B4BB-D5EBEBEE43F7}" type="presParOf" srcId="{98E3001C-B367-47B8-B9CA-A5CC0021E3B2}" destId="{0F838753-40CC-47C9-8E0A-84E1820C9238}" srcOrd="4" destOrd="0" presId="urn:microsoft.com/office/officeart/2018/2/layout/IconVerticalSolidList"/>
    <dgm:cxn modelId="{B07DAD52-44DD-48F6-8BA7-E89280676950}" type="presParOf" srcId="{0F838753-40CC-47C9-8E0A-84E1820C9238}" destId="{E912C356-0583-4A3F-A791-A1DCC305FCBF}" srcOrd="0" destOrd="0" presId="urn:microsoft.com/office/officeart/2018/2/layout/IconVerticalSolidList"/>
    <dgm:cxn modelId="{895F903E-0A70-45D8-BE3D-EE1D91BAD88A}" type="presParOf" srcId="{0F838753-40CC-47C9-8E0A-84E1820C9238}" destId="{3C2B2473-2628-4C1F-BB62-C95D7711704F}" srcOrd="1" destOrd="0" presId="urn:microsoft.com/office/officeart/2018/2/layout/IconVerticalSolidList"/>
    <dgm:cxn modelId="{A54D2181-8812-48E3-9BEA-EB3E0717D732}" type="presParOf" srcId="{0F838753-40CC-47C9-8E0A-84E1820C9238}" destId="{E2E446CE-B80C-4898-A4EB-89368AF51684}" srcOrd="2" destOrd="0" presId="urn:microsoft.com/office/officeart/2018/2/layout/IconVerticalSolidList"/>
    <dgm:cxn modelId="{2D438D17-E70E-456B-80B5-6BC9284A1A73}" type="presParOf" srcId="{0F838753-40CC-47C9-8E0A-84E1820C9238}" destId="{E5B09ADB-394B-4EAB-8AEA-5D4A2A2A3F55}" srcOrd="3" destOrd="0" presId="urn:microsoft.com/office/officeart/2018/2/layout/IconVerticalSolidList"/>
    <dgm:cxn modelId="{A110DAA9-911E-481C-B750-9652F2496624}" type="presParOf" srcId="{98E3001C-B367-47B8-B9CA-A5CC0021E3B2}" destId="{7AC60EF6-061C-4DC9-ABFF-E914A4EE3D57}" srcOrd="5" destOrd="0" presId="urn:microsoft.com/office/officeart/2018/2/layout/IconVerticalSolidList"/>
    <dgm:cxn modelId="{6340D47E-56CF-44D2-AA0A-54381F4DCC41}" type="presParOf" srcId="{98E3001C-B367-47B8-B9CA-A5CC0021E3B2}" destId="{D6D2EA2D-4AE3-4BA2-8550-1562E13FC1C9}" srcOrd="6" destOrd="0" presId="urn:microsoft.com/office/officeart/2018/2/layout/IconVerticalSolidList"/>
    <dgm:cxn modelId="{A25FE8EF-C78F-4A44-959A-95BF3356D4DD}" type="presParOf" srcId="{D6D2EA2D-4AE3-4BA2-8550-1562E13FC1C9}" destId="{56BC2F60-C321-4285-9A6C-14A3AF7AABD1}" srcOrd="0" destOrd="0" presId="urn:microsoft.com/office/officeart/2018/2/layout/IconVerticalSolidList"/>
    <dgm:cxn modelId="{2AAB3016-AC99-4E53-BE73-076C29B65064}" type="presParOf" srcId="{D6D2EA2D-4AE3-4BA2-8550-1562E13FC1C9}" destId="{5E589757-5C84-4D07-A9D7-493C887E4737}" srcOrd="1" destOrd="0" presId="urn:microsoft.com/office/officeart/2018/2/layout/IconVerticalSolidList"/>
    <dgm:cxn modelId="{6EAB2F9E-FE8A-4F57-ADBA-531A37DDC389}" type="presParOf" srcId="{D6D2EA2D-4AE3-4BA2-8550-1562E13FC1C9}" destId="{72758C73-D4FB-4D31-BFCC-CBCFA982E2EA}" srcOrd="2" destOrd="0" presId="urn:microsoft.com/office/officeart/2018/2/layout/IconVerticalSolidList"/>
    <dgm:cxn modelId="{49C0AAD9-9ED4-4D03-BE3A-3B8364235306}" type="presParOf" srcId="{D6D2EA2D-4AE3-4BA2-8550-1562E13FC1C9}" destId="{CC9227AA-573A-4181-923F-07473B3E010E}" srcOrd="3" destOrd="0" presId="urn:microsoft.com/office/officeart/2018/2/layout/IconVerticalSolidList"/>
    <dgm:cxn modelId="{C12BF881-271D-4ACD-B7E9-F01D29AF6754}" type="presParOf" srcId="{98E3001C-B367-47B8-B9CA-A5CC0021E3B2}" destId="{CD5BC4B2-3CCB-41A5-98AB-9CB307B477F0}" srcOrd="7" destOrd="0" presId="urn:microsoft.com/office/officeart/2018/2/layout/IconVerticalSolidList"/>
    <dgm:cxn modelId="{77C63143-F69C-4141-BBE0-D8EE20370342}" type="presParOf" srcId="{98E3001C-B367-47B8-B9CA-A5CC0021E3B2}" destId="{682FB920-EB5C-4EDD-9BE7-8241D6218B5B}" srcOrd="8" destOrd="0" presId="urn:microsoft.com/office/officeart/2018/2/layout/IconVerticalSolidList"/>
    <dgm:cxn modelId="{954DB8EF-1A1C-42D2-8207-85274961CF1B}" type="presParOf" srcId="{682FB920-EB5C-4EDD-9BE7-8241D6218B5B}" destId="{3964C532-B63C-426A-846F-441DCD3AF810}" srcOrd="0" destOrd="0" presId="urn:microsoft.com/office/officeart/2018/2/layout/IconVerticalSolidList"/>
    <dgm:cxn modelId="{9FBF3073-447E-49F7-9BAE-BD97F7EFE15D}" type="presParOf" srcId="{682FB920-EB5C-4EDD-9BE7-8241D6218B5B}" destId="{9FF37324-3F1F-4B14-A0B0-912FAF51BA93}" srcOrd="1" destOrd="0" presId="urn:microsoft.com/office/officeart/2018/2/layout/IconVerticalSolidList"/>
    <dgm:cxn modelId="{159C7ED8-AF22-42F7-9F91-117894735E56}" type="presParOf" srcId="{682FB920-EB5C-4EDD-9BE7-8241D6218B5B}" destId="{EF6FC49E-B42F-4098-A399-1C6955F4F677}" srcOrd="2" destOrd="0" presId="urn:microsoft.com/office/officeart/2018/2/layout/IconVerticalSolidList"/>
    <dgm:cxn modelId="{8FE68DDB-FA59-48CE-9A85-088F70DECAFC}" type="presParOf" srcId="{682FB920-EB5C-4EDD-9BE7-8241D6218B5B}" destId="{C17BF79F-4116-447E-8701-97D1762F331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CDB6035-16A1-47B2-8870-DD8E5CB301F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accent4_2" csCatId="accent4" phldr="1"/>
      <dgm:spPr/>
      <dgm:t>
        <a:bodyPr/>
        <a:lstStyle/>
        <a:p>
          <a:endParaRPr lang="en-US"/>
        </a:p>
      </dgm:t>
    </dgm:pt>
    <dgm:pt modelId="{D8BE45E5-FBBD-4A40-9914-9614D6391B12}">
      <dgm:prSet/>
      <dgm:spPr/>
      <dgm:t>
        <a:bodyPr/>
        <a:lstStyle/>
        <a:p>
          <a:pPr>
            <a:defRPr cap="all"/>
          </a:pPr>
          <a:r>
            <a:rPr lang="en-US"/>
            <a:t>Integrity and honesty</a:t>
          </a:r>
        </a:p>
      </dgm:t>
    </dgm:pt>
    <dgm:pt modelId="{661C5F4E-46FA-49DE-94B1-73E0B0969FAB}" type="parTrans" cxnId="{DBE0DC94-52EA-40F0-8916-81A97FC9B4AC}">
      <dgm:prSet/>
      <dgm:spPr/>
      <dgm:t>
        <a:bodyPr/>
        <a:lstStyle/>
        <a:p>
          <a:endParaRPr lang="en-US"/>
        </a:p>
      </dgm:t>
    </dgm:pt>
    <dgm:pt modelId="{50F9280F-F94C-488A-889C-F753CCBB8043}" type="sibTrans" cxnId="{DBE0DC94-52EA-40F0-8916-81A97FC9B4AC}">
      <dgm:prSet/>
      <dgm:spPr/>
      <dgm:t>
        <a:bodyPr/>
        <a:lstStyle/>
        <a:p>
          <a:endParaRPr lang="en-US"/>
        </a:p>
      </dgm:t>
    </dgm:pt>
    <dgm:pt modelId="{706DAD72-B0C8-462D-A7EF-B5F722CD6F3C}">
      <dgm:prSet/>
      <dgm:spPr/>
      <dgm:t>
        <a:bodyPr/>
        <a:lstStyle/>
        <a:p>
          <a:pPr>
            <a:defRPr cap="all"/>
          </a:pPr>
          <a:r>
            <a:rPr lang="en-US"/>
            <a:t>Respect and accountability</a:t>
          </a:r>
        </a:p>
      </dgm:t>
    </dgm:pt>
    <dgm:pt modelId="{0F10C0A8-87DE-4E90-850F-4BC804C71453}" type="parTrans" cxnId="{3819A161-3D83-41D7-9987-7E6FA1E77774}">
      <dgm:prSet/>
      <dgm:spPr/>
      <dgm:t>
        <a:bodyPr/>
        <a:lstStyle/>
        <a:p>
          <a:endParaRPr lang="en-US"/>
        </a:p>
      </dgm:t>
    </dgm:pt>
    <dgm:pt modelId="{06D5EBA4-AAFB-4AA8-9D9B-C2A06614A033}" type="sibTrans" cxnId="{3819A161-3D83-41D7-9987-7E6FA1E77774}">
      <dgm:prSet/>
      <dgm:spPr/>
      <dgm:t>
        <a:bodyPr/>
        <a:lstStyle/>
        <a:p>
          <a:endParaRPr lang="en-US"/>
        </a:p>
      </dgm:t>
    </dgm:pt>
    <dgm:pt modelId="{0A8420DA-DB74-4483-B1D3-A7C9C8B350C1}">
      <dgm:prSet/>
      <dgm:spPr/>
      <dgm:t>
        <a:bodyPr/>
        <a:lstStyle/>
        <a:p>
          <a:pPr>
            <a:defRPr cap="all"/>
          </a:pPr>
          <a:r>
            <a:rPr lang="en-US"/>
            <a:t>Professional conduct</a:t>
          </a:r>
        </a:p>
      </dgm:t>
    </dgm:pt>
    <dgm:pt modelId="{91930511-FE12-4680-B811-631DCDF61996}" type="parTrans" cxnId="{CE241985-8159-42F9-B6A0-C89034FA87C6}">
      <dgm:prSet/>
      <dgm:spPr/>
      <dgm:t>
        <a:bodyPr/>
        <a:lstStyle/>
        <a:p>
          <a:endParaRPr lang="en-US"/>
        </a:p>
      </dgm:t>
    </dgm:pt>
    <dgm:pt modelId="{7E06F84D-DBB2-4D59-A998-6A43D77D63BF}" type="sibTrans" cxnId="{CE241985-8159-42F9-B6A0-C89034FA87C6}">
      <dgm:prSet/>
      <dgm:spPr/>
      <dgm:t>
        <a:bodyPr/>
        <a:lstStyle/>
        <a:p>
          <a:endParaRPr lang="en-US"/>
        </a:p>
      </dgm:t>
    </dgm:pt>
    <dgm:pt modelId="{9EA95D2F-1431-4AD9-9E6B-22869829155B}">
      <dgm:prSet/>
      <dgm:spPr/>
      <dgm:t>
        <a:bodyPr/>
        <a:lstStyle/>
        <a:p>
          <a:pPr>
            <a:defRPr cap="all"/>
          </a:pPr>
          <a:r>
            <a:rPr lang="en-US"/>
            <a:t>Confidentiality</a:t>
          </a:r>
        </a:p>
      </dgm:t>
    </dgm:pt>
    <dgm:pt modelId="{B8E5802D-32F9-4F57-8A1C-475960054BC6}" type="parTrans" cxnId="{F1A4EDF4-FAB8-4ED0-AD38-416099FF2FDE}">
      <dgm:prSet/>
      <dgm:spPr/>
      <dgm:t>
        <a:bodyPr/>
        <a:lstStyle/>
        <a:p>
          <a:endParaRPr lang="en-US"/>
        </a:p>
      </dgm:t>
    </dgm:pt>
    <dgm:pt modelId="{2F8F6174-9502-463F-B69D-E36EF3899E15}" type="sibTrans" cxnId="{F1A4EDF4-FAB8-4ED0-AD38-416099FF2FDE}">
      <dgm:prSet/>
      <dgm:spPr/>
      <dgm:t>
        <a:bodyPr/>
        <a:lstStyle/>
        <a:p>
          <a:endParaRPr lang="en-US"/>
        </a:p>
      </dgm:t>
    </dgm:pt>
    <dgm:pt modelId="{E4E01603-AF95-4CDF-925D-5A50E4715345}" type="pres">
      <dgm:prSet presAssocID="{5CDB6035-16A1-47B2-8870-DD8E5CB301F9}" presName="root" presStyleCnt="0">
        <dgm:presLayoutVars>
          <dgm:dir/>
          <dgm:resizeHandles val="exact"/>
        </dgm:presLayoutVars>
      </dgm:prSet>
      <dgm:spPr/>
    </dgm:pt>
    <dgm:pt modelId="{3E5A6ABD-10D6-40E3-91D9-B4C8053294F9}" type="pres">
      <dgm:prSet presAssocID="{D8BE45E5-FBBD-4A40-9914-9614D6391B12}" presName="compNode" presStyleCnt="0"/>
      <dgm:spPr/>
    </dgm:pt>
    <dgm:pt modelId="{0F26B0AA-70A1-4BDD-B8F4-21A41E6AEFD9}" type="pres">
      <dgm:prSet presAssocID="{D8BE45E5-FBBD-4A40-9914-9614D6391B12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7D554FA-28DE-404F-A78D-BE95CD347BEB}" type="pres">
      <dgm:prSet presAssocID="{D8BE45E5-FBBD-4A40-9914-9614D6391B1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3EE37813-076D-4C90-A4BE-7453FC157B43}" type="pres">
      <dgm:prSet presAssocID="{D8BE45E5-FBBD-4A40-9914-9614D6391B12}" presName="spaceRect" presStyleCnt="0"/>
      <dgm:spPr/>
    </dgm:pt>
    <dgm:pt modelId="{C3EC24DE-A343-4FAB-8BF2-6906F384CF0A}" type="pres">
      <dgm:prSet presAssocID="{D8BE45E5-FBBD-4A40-9914-9614D6391B12}" presName="textRect" presStyleLbl="revTx" presStyleIdx="0" presStyleCnt="4">
        <dgm:presLayoutVars>
          <dgm:chMax val="1"/>
          <dgm:chPref val="1"/>
        </dgm:presLayoutVars>
      </dgm:prSet>
      <dgm:spPr/>
    </dgm:pt>
    <dgm:pt modelId="{F969A2B6-948E-4832-AA71-F7FDA551BB79}" type="pres">
      <dgm:prSet presAssocID="{50F9280F-F94C-488A-889C-F753CCBB8043}" presName="sibTrans" presStyleCnt="0"/>
      <dgm:spPr/>
    </dgm:pt>
    <dgm:pt modelId="{3AF815EE-264E-4419-97D3-4871CC9A2DC9}" type="pres">
      <dgm:prSet presAssocID="{706DAD72-B0C8-462D-A7EF-B5F722CD6F3C}" presName="compNode" presStyleCnt="0"/>
      <dgm:spPr/>
    </dgm:pt>
    <dgm:pt modelId="{A38AAB16-7539-4BD3-8BCC-6F3874C4930D}" type="pres">
      <dgm:prSet presAssocID="{706DAD72-B0C8-462D-A7EF-B5F722CD6F3C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6D9A656-281E-42BA-A2D5-2FFDAEA604D9}" type="pres">
      <dgm:prSet presAssocID="{706DAD72-B0C8-462D-A7EF-B5F722CD6F3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798CDD50-45B5-4ED5-9FB2-A1263D4D55C2}" type="pres">
      <dgm:prSet presAssocID="{706DAD72-B0C8-462D-A7EF-B5F722CD6F3C}" presName="spaceRect" presStyleCnt="0"/>
      <dgm:spPr/>
    </dgm:pt>
    <dgm:pt modelId="{21AC061F-827D-4FDC-8DA6-9EAE2C68827A}" type="pres">
      <dgm:prSet presAssocID="{706DAD72-B0C8-462D-A7EF-B5F722CD6F3C}" presName="textRect" presStyleLbl="revTx" presStyleIdx="1" presStyleCnt="4">
        <dgm:presLayoutVars>
          <dgm:chMax val="1"/>
          <dgm:chPref val="1"/>
        </dgm:presLayoutVars>
      </dgm:prSet>
      <dgm:spPr/>
    </dgm:pt>
    <dgm:pt modelId="{41BE6AF2-42E4-4086-9638-37294BA050B4}" type="pres">
      <dgm:prSet presAssocID="{06D5EBA4-AAFB-4AA8-9D9B-C2A06614A033}" presName="sibTrans" presStyleCnt="0"/>
      <dgm:spPr/>
    </dgm:pt>
    <dgm:pt modelId="{1CE99B5D-CC80-44E3-B18A-7378FCE17E3D}" type="pres">
      <dgm:prSet presAssocID="{0A8420DA-DB74-4483-B1D3-A7C9C8B350C1}" presName="compNode" presStyleCnt="0"/>
      <dgm:spPr/>
    </dgm:pt>
    <dgm:pt modelId="{7CB0C530-F468-4018-A645-5605F17F3E1C}" type="pres">
      <dgm:prSet presAssocID="{0A8420DA-DB74-4483-B1D3-A7C9C8B350C1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F6B7105-A095-45F7-9287-0C3C237468FA}" type="pres">
      <dgm:prSet presAssocID="{0A8420DA-DB74-4483-B1D3-A7C9C8B350C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994350C5-D120-4DC2-BD35-4F9BE730FC08}" type="pres">
      <dgm:prSet presAssocID="{0A8420DA-DB74-4483-B1D3-A7C9C8B350C1}" presName="spaceRect" presStyleCnt="0"/>
      <dgm:spPr/>
    </dgm:pt>
    <dgm:pt modelId="{FDC1E724-3DB7-459D-AA96-A770537E47ED}" type="pres">
      <dgm:prSet presAssocID="{0A8420DA-DB74-4483-B1D3-A7C9C8B350C1}" presName="textRect" presStyleLbl="revTx" presStyleIdx="2" presStyleCnt="4">
        <dgm:presLayoutVars>
          <dgm:chMax val="1"/>
          <dgm:chPref val="1"/>
        </dgm:presLayoutVars>
      </dgm:prSet>
      <dgm:spPr/>
    </dgm:pt>
    <dgm:pt modelId="{2CE670B7-64B3-4A71-BFF9-F043AB72B3E4}" type="pres">
      <dgm:prSet presAssocID="{7E06F84D-DBB2-4D59-A998-6A43D77D63BF}" presName="sibTrans" presStyleCnt="0"/>
      <dgm:spPr/>
    </dgm:pt>
    <dgm:pt modelId="{FB917B18-51BF-41F2-BDB9-E6DDC11735AD}" type="pres">
      <dgm:prSet presAssocID="{9EA95D2F-1431-4AD9-9E6B-22869829155B}" presName="compNode" presStyleCnt="0"/>
      <dgm:spPr/>
    </dgm:pt>
    <dgm:pt modelId="{193D2D02-0591-4EAA-8FD7-69B40F64E6D1}" type="pres">
      <dgm:prSet presAssocID="{9EA95D2F-1431-4AD9-9E6B-22869829155B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0AD2C64-94C2-406E-8E85-554BAC747D55}" type="pres">
      <dgm:prSet presAssocID="{9EA95D2F-1431-4AD9-9E6B-22869829155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6B789B8-494D-40DF-B865-4F9175F93F8D}" type="pres">
      <dgm:prSet presAssocID="{9EA95D2F-1431-4AD9-9E6B-22869829155B}" presName="spaceRect" presStyleCnt="0"/>
      <dgm:spPr/>
    </dgm:pt>
    <dgm:pt modelId="{123927B6-5103-4507-B2A8-C072C837C15F}" type="pres">
      <dgm:prSet presAssocID="{9EA95D2F-1431-4AD9-9E6B-22869829155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8499608-7476-4475-8860-2587A1783FB8}" type="presOf" srcId="{0A8420DA-DB74-4483-B1D3-A7C9C8B350C1}" destId="{FDC1E724-3DB7-459D-AA96-A770537E47ED}" srcOrd="0" destOrd="0" presId="urn:microsoft.com/office/officeart/2018/5/layout/IconLeafLabelList"/>
    <dgm:cxn modelId="{D1A1AB10-9F3A-4494-9F27-60EC48465DF0}" type="presOf" srcId="{706DAD72-B0C8-462D-A7EF-B5F722CD6F3C}" destId="{21AC061F-827D-4FDC-8DA6-9EAE2C68827A}" srcOrd="0" destOrd="0" presId="urn:microsoft.com/office/officeart/2018/5/layout/IconLeafLabelList"/>
    <dgm:cxn modelId="{3819A161-3D83-41D7-9987-7E6FA1E77774}" srcId="{5CDB6035-16A1-47B2-8870-DD8E5CB301F9}" destId="{706DAD72-B0C8-462D-A7EF-B5F722CD6F3C}" srcOrd="1" destOrd="0" parTransId="{0F10C0A8-87DE-4E90-850F-4BC804C71453}" sibTransId="{06D5EBA4-AAFB-4AA8-9D9B-C2A06614A033}"/>
    <dgm:cxn modelId="{4D9B9066-8296-46F4-8D2D-204435CD1749}" type="presOf" srcId="{9EA95D2F-1431-4AD9-9E6B-22869829155B}" destId="{123927B6-5103-4507-B2A8-C072C837C15F}" srcOrd="0" destOrd="0" presId="urn:microsoft.com/office/officeart/2018/5/layout/IconLeafLabelList"/>
    <dgm:cxn modelId="{CE241985-8159-42F9-B6A0-C89034FA87C6}" srcId="{5CDB6035-16A1-47B2-8870-DD8E5CB301F9}" destId="{0A8420DA-DB74-4483-B1D3-A7C9C8B350C1}" srcOrd="2" destOrd="0" parTransId="{91930511-FE12-4680-B811-631DCDF61996}" sibTransId="{7E06F84D-DBB2-4D59-A998-6A43D77D63BF}"/>
    <dgm:cxn modelId="{DBE0DC94-52EA-40F0-8916-81A97FC9B4AC}" srcId="{5CDB6035-16A1-47B2-8870-DD8E5CB301F9}" destId="{D8BE45E5-FBBD-4A40-9914-9614D6391B12}" srcOrd="0" destOrd="0" parTransId="{661C5F4E-46FA-49DE-94B1-73E0B0969FAB}" sibTransId="{50F9280F-F94C-488A-889C-F753CCBB8043}"/>
    <dgm:cxn modelId="{AF800DCE-B6D5-442F-98AF-3051A42343A0}" type="presOf" srcId="{5CDB6035-16A1-47B2-8870-DD8E5CB301F9}" destId="{E4E01603-AF95-4CDF-925D-5A50E4715345}" srcOrd="0" destOrd="0" presId="urn:microsoft.com/office/officeart/2018/5/layout/IconLeafLabelList"/>
    <dgm:cxn modelId="{6A528BD9-9A97-4213-8A69-8BDF0FC4E8A4}" type="presOf" srcId="{D8BE45E5-FBBD-4A40-9914-9614D6391B12}" destId="{C3EC24DE-A343-4FAB-8BF2-6906F384CF0A}" srcOrd="0" destOrd="0" presId="urn:microsoft.com/office/officeart/2018/5/layout/IconLeafLabelList"/>
    <dgm:cxn modelId="{F1A4EDF4-FAB8-4ED0-AD38-416099FF2FDE}" srcId="{5CDB6035-16A1-47B2-8870-DD8E5CB301F9}" destId="{9EA95D2F-1431-4AD9-9E6B-22869829155B}" srcOrd="3" destOrd="0" parTransId="{B8E5802D-32F9-4F57-8A1C-475960054BC6}" sibTransId="{2F8F6174-9502-463F-B69D-E36EF3899E15}"/>
    <dgm:cxn modelId="{87B175D3-F60E-44B1-A1D5-9B0F18F1263D}" type="presParOf" srcId="{E4E01603-AF95-4CDF-925D-5A50E4715345}" destId="{3E5A6ABD-10D6-40E3-91D9-B4C8053294F9}" srcOrd="0" destOrd="0" presId="urn:microsoft.com/office/officeart/2018/5/layout/IconLeafLabelList"/>
    <dgm:cxn modelId="{B3F73863-13D5-43B7-B990-CAC9E4FF17AB}" type="presParOf" srcId="{3E5A6ABD-10D6-40E3-91D9-B4C8053294F9}" destId="{0F26B0AA-70A1-4BDD-B8F4-21A41E6AEFD9}" srcOrd="0" destOrd="0" presId="urn:microsoft.com/office/officeart/2018/5/layout/IconLeafLabelList"/>
    <dgm:cxn modelId="{31EEC69D-5565-4357-9992-44E4E52150C4}" type="presParOf" srcId="{3E5A6ABD-10D6-40E3-91D9-B4C8053294F9}" destId="{87D554FA-28DE-404F-A78D-BE95CD347BEB}" srcOrd="1" destOrd="0" presId="urn:microsoft.com/office/officeart/2018/5/layout/IconLeafLabelList"/>
    <dgm:cxn modelId="{E666EE6B-275E-4DB4-9B5E-6A711AA4AD7B}" type="presParOf" srcId="{3E5A6ABD-10D6-40E3-91D9-B4C8053294F9}" destId="{3EE37813-076D-4C90-A4BE-7453FC157B43}" srcOrd="2" destOrd="0" presId="urn:microsoft.com/office/officeart/2018/5/layout/IconLeafLabelList"/>
    <dgm:cxn modelId="{2978A739-636D-4F24-B58D-5480900A73ED}" type="presParOf" srcId="{3E5A6ABD-10D6-40E3-91D9-B4C8053294F9}" destId="{C3EC24DE-A343-4FAB-8BF2-6906F384CF0A}" srcOrd="3" destOrd="0" presId="urn:microsoft.com/office/officeart/2018/5/layout/IconLeafLabelList"/>
    <dgm:cxn modelId="{8DE8B765-0A66-4D5D-BA7B-B0AC07955ABE}" type="presParOf" srcId="{E4E01603-AF95-4CDF-925D-5A50E4715345}" destId="{F969A2B6-948E-4832-AA71-F7FDA551BB79}" srcOrd="1" destOrd="0" presId="urn:microsoft.com/office/officeart/2018/5/layout/IconLeafLabelList"/>
    <dgm:cxn modelId="{DF045DC5-0A36-49B1-9032-32091F497856}" type="presParOf" srcId="{E4E01603-AF95-4CDF-925D-5A50E4715345}" destId="{3AF815EE-264E-4419-97D3-4871CC9A2DC9}" srcOrd="2" destOrd="0" presId="urn:microsoft.com/office/officeart/2018/5/layout/IconLeafLabelList"/>
    <dgm:cxn modelId="{D4A6A243-9458-4B3A-952B-6CDDD996A057}" type="presParOf" srcId="{3AF815EE-264E-4419-97D3-4871CC9A2DC9}" destId="{A38AAB16-7539-4BD3-8BCC-6F3874C4930D}" srcOrd="0" destOrd="0" presId="urn:microsoft.com/office/officeart/2018/5/layout/IconLeafLabelList"/>
    <dgm:cxn modelId="{19C3A4F4-F306-4D5F-8361-853B810832AF}" type="presParOf" srcId="{3AF815EE-264E-4419-97D3-4871CC9A2DC9}" destId="{26D9A656-281E-42BA-A2D5-2FFDAEA604D9}" srcOrd="1" destOrd="0" presId="urn:microsoft.com/office/officeart/2018/5/layout/IconLeafLabelList"/>
    <dgm:cxn modelId="{2D7B8F0A-15AC-4729-8B35-FBBDE4E7CA68}" type="presParOf" srcId="{3AF815EE-264E-4419-97D3-4871CC9A2DC9}" destId="{798CDD50-45B5-4ED5-9FB2-A1263D4D55C2}" srcOrd="2" destOrd="0" presId="urn:microsoft.com/office/officeart/2018/5/layout/IconLeafLabelList"/>
    <dgm:cxn modelId="{EBD5EEB1-2A78-4CC4-B586-05895F37150B}" type="presParOf" srcId="{3AF815EE-264E-4419-97D3-4871CC9A2DC9}" destId="{21AC061F-827D-4FDC-8DA6-9EAE2C68827A}" srcOrd="3" destOrd="0" presId="urn:microsoft.com/office/officeart/2018/5/layout/IconLeafLabelList"/>
    <dgm:cxn modelId="{DC93BD19-3C59-498A-A56D-DD5DEC47F15E}" type="presParOf" srcId="{E4E01603-AF95-4CDF-925D-5A50E4715345}" destId="{41BE6AF2-42E4-4086-9638-37294BA050B4}" srcOrd="3" destOrd="0" presId="urn:microsoft.com/office/officeart/2018/5/layout/IconLeafLabelList"/>
    <dgm:cxn modelId="{D6AE63C4-3C26-4FF1-AAB8-1A15B645309B}" type="presParOf" srcId="{E4E01603-AF95-4CDF-925D-5A50E4715345}" destId="{1CE99B5D-CC80-44E3-B18A-7378FCE17E3D}" srcOrd="4" destOrd="0" presId="urn:microsoft.com/office/officeart/2018/5/layout/IconLeafLabelList"/>
    <dgm:cxn modelId="{959EF5E8-E20E-49FD-A2A7-4E310D7CEFFD}" type="presParOf" srcId="{1CE99B5D-CC80-44E3-B18A-7378FCE17E3D}" destId="{7CB0C530-F468-4018-A645-5605F17F3E1C}" srcOrd="0" destOrd="0" presId="urn:microsoft.com/office/officeart/2018/5/layout/IconLeafLabelList"/>
    <dgm:cxn modelId="{515D2C5D-9580-4720-82BF-E1A376D3B216}" type="presParOf" srcId="{1CE99B5D-CC80-44E3-B18A-7378FCE17E3D}" destId="{2F6B7105-A095-45F7-9287-0C3C237468FA}" srcOrd="1" destOrd="0" presId="urn:microsoft.com/office/officeart/2018/5/layout/IconLeafLabelList"/>
    <dgm:cxn modelId="{5840FEEB-EF3A-4C68-A014-4F3B373BFC66}" type="presParOf" srcId="{1CE99B5D-CC80-44E3-B18A-7378FCE17E3D}" destId="{994350C5-D120-4DC2-BD35-4F9BE730FC08}" srcOrd="2" destOrd="0" presId="urn:microsoft.com/office/officeart/2018/5/layout/IconLeafLabelList"/>
    <dgm:cxn modelId="{25DF9CE8-0660-4CF9-B51A-0DD76129ACE5}" type="presParOf" srcId="{1CE99B5D-CC80-44E3-B18A-7378FCE17E3D}" destId="{FDC1E724-3DB7-459D-AA96-A770537E47ED}" srcOrd="3" destOrd="0" presId="urn:microsoft.com/office/officeart/2018/5/layout/IconLeafLabelList"/>
    <dgm:cxn modelId="{160A8887-FF5B-4922-89EE-DEED2B3B6CFC}" type="presParOf" srcId="{E4E01603-AF95-4CDF-925D-5A50E4715345}" destId="{2CE670B7-64B3-4A71-BFF9-F043AB72B3E4}" srcOrd="5" destOrd="0" presId="urn:microsoft.com/office/officeart/2018/5/layout/IconLeafLabelList"/>
    <dgm:cxn modelId="{2F7D50BD-7471-4370-B8C8-D62C6802D104}" type="presParOf" srcId="{E4E01603-AF95-4CDF-925D-5A50E4715345}" destId="{FB917B18-51BF-41F2-BDB9-E6DDC11735AD}" srcOrd="6" destOrd="0" presId="urn:microsoft.com/office/officeart/2018/5/layout/IconLeafLabelList"/>
    <dgm:cxn modelId="{49DF38A3-7373-4F24-ACF5-790FA7076390}" type="presParOf" srcId="{FB917B18-51BF-41F2-BDB9-E6DDC11735AD}" destId="{193D2D02-0591-4EAA-8FD7-69B40F64E6D1}" srcOrd="0" destOrd="0" presId="urn:microsoft.com/office/officeart/2018/5/layout/IconLeafLabelList"/>
    <dgm:cxn modelId="{FF9063BB-4731-44E4-839B-E7ED13A612F2}" type="presParOf" srcId="{FB917B18-51BF-41F2-BDB9-E6DDC11735AD}" destId="{C0AD2C64-94C2-406E-8E85-554BAC747D55}" srcOrd="1" destOrd="0" presId="urn:microsoft.com/office/officeart/2018/5/layout/IconLeafLabelList"/>
    <dgm:cxn modelId="{D319B495-7B5C-46AA-A2F4-26BAE47F833F}" type="presParOf" srcId="{FB917B18-51BF-41F2-BDB9-E6DDC11735AD}" destId="{46B789B8-494D-40DF-B865-4F9175F93F8D}" srcOrd="2" destOrd="0" presId="urn:microsoft.com/office/officeart/2018/5/layout/IconLeafLabelList"/>
    <dgm:cxn modelId="{2082B9C5-6731-43F6-AC77-4CDD52CD4759}" type="presParOf" srcId="{FB917B18-51BF-41F2-BDB9-E6DDC11735AD}" destId="{123927B6-5103-4507-B2A8-C072C837C15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55D5AD2-3826-4272-B241-093ED2A61C3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C3F6D86-1C88-44F4-B17E-4F92D283BD86}">
      <dgm:prSet/>
      <dgm:spPr/>
      <dgm:t>
        <a:bodyPr/>
        <a:lstStyle/>
        <a:p>
          <a:r>
            <a:rPr lang="en-US"/>
            <a:t>Hybrid and remote work</a:t>
          </a:r>
        </a:p>
      </dgm:t>
    </dgm:pt>
    <dgm:pt modelId="{7C0D8406-B70A-4CDE-A3DA-62F81E2C354A}" type="parTrans" cxnId="{F88F390B-1387-42D7-AF1C-04AB52F610FA}">
      <dgm:prSet/>
      <dgm:spPr/>
      <dgm:t>
        <a:bodyPr/>
        <a:lstStyle/>
        <a:p>
          <a:endParaRPr lang="en-US"/>
        </a:p>
      </dgm:t>
    </dgm:pt>
    <dgm:pt modelId="{52671F1D-B5D8-4E13-B533-4AF37C09BB7D}" type="sibTrans" cxnId="{F88F390B-1387-42D7-AF1C-04AB52F610FA}">
      <dgm:prSet/>
      <dgm:spPr/>
      <dgm:t>
        <a:bodyPr/>
        <a:lstStyle/>
        <a:p>
          <a:endParaRPr lang="en-US"/>
        </a:p>
      </dgm:t>
    </dgm:pt>
    <dgm:pt modelId="{6BC89121-B06F-4B41-9831-8B957B0D0FA5}">
      <dgm:prSet/>
      <dgm:spPr/>
      <dgm:t>
        <a:bodyPr/>
        <a:lstStyle/>
        <a:p>
          <a:r>
            <a:rPr lang="en-US"/>
            <a:t>Digital communication tools</a:t>
          </a:r>
        </a:p>
      </dgm:t>
    </dgm:pt>
    <dgm:pt modelId="{732CDC41-7609-4B15-830E-05527EDC6BAF}" type="parTrans" cxnId="{6C9D6390-672E-4CBA-A1D3-A36BDE18DC04}">
      <dgm:prSet/>
      <dgm:spPr/>
      <dgm:t>
        <a:bodyPr/>
        <a:lstStyle/>
        <a:p>
          <a:endParaRPr lang="en-US"/>
        </a:p>
      </dgm:t>
    </dgm:pt>
    <dgm:pt modelId="{A79B970F-2BC1-435A-8D8E-3186900F0E3F}" type="sibTrans" cxnId="{6C9D6390-672E-4CBA-A1D3-A36BDE18DC04}">
      <dgm:prSet/>
      <dgm:spPr/>
      <dgm:t>
        <a:bodyPr/>
        <a:lstStyle/>
        <a:p>
          <a:endParaRPr lang="en-US"/>
        </a:p>
      </dgm:t>
    </dgm:pt>
    <dgm:pt modelId="{F8B95AC1-264B-405E-B311-CA4CF84FE1EF}">
      <dgm:prSet/>
      <dgm:spPr/>
      <dgm:t>
        <a:bodyPr/>
        <a:lstStyle/>
        <a:p>
          <a:r>
            <a:rPr lang="en-US"/>
            <a:t>Continuous learning</a:t>
          </a:r>
        </a:p>
      </dgm:t>
    </dgm:pt>
    <dgm:pt modelId="{D8E40EF0-73F6-4A9A-AF0B-CCAA5AC16D65}" type="parTrans" cxnId="{D011821F-51D3-4BE6-9FBE-0974EA4B98F2}">
      <dgm:prSet/>
      <dgm:spPr/>
      <dgm:t>
        <a:bodyPr/>
        <a:lstStyle/>
        <a:p>
          <a:endParaRPr lang="en-US"/>
        </a:p>
      </dgm:t>
    </dgm:pt>
    <dgm:pt modelId="{B45A4B96-6DDB-4463-A282-8D2A93DA27C7}" type="sibTrans" cxnId="{D011821F-51D3-4BE6-9FBE-0974EA4B98F2}">
      <dgm:prSet/>
      <dgm:spPr/>
      <dgm:t>
        <a:bodyPr/>
        <a:lstStyle/>
        <a:p>
          <a:endParaRPr lang="en-US"/>
        </a:p>
      </dgm:t>
    </dgm:pt>
    <dgm:pt modelId="{9F4B8049-2C44-4E45-8B9D-D471AFAE0A3C}">
      <dgm:prSet/>
      <dgm:spPr/>
      <dgm:t>
        <a:bodyPr/>
        <a:lstStyle/>
        <a:p>
          <a:r>
            <a:rPr lang="en-US"/>
            <a:t>Employee wellbeing focus</a:t>
          </a:r>
        </a:p>
      </dgm:t>
    </dgm:pt>
    <dgm:pt modelId="{B6E8C946-8C9B-4F10-973F-53394BDA9E4E}" type="parTrans" cxnId="{2CFBAF25-17E2-4E90-AFD0-FB9B9BF1C4B2}">
      <dgm:prSet/>
      <dgm:spPr/>
      <dgm:t>
        <a:bodyPr/>
        <a:lstStyle/>
        <a:p>
          <a:endParaRPr lang="en-US"/>
        </a:p>
      </dgm:t>
    </dgm:pt>
    <dgm:pt modelId="{CE9C61AB-16FD-4F3E-B9CD-6A1248C6DABF}" type="sibTrans" cxnId="{2CFBAF25-17E2-4E90-AFD0-FB9B9BF1C4B2}">
      <dgm:prSet/>
      <dgm:spPr/>
      <dgm:t>
        <a:bodyPr/>
        <a:lstStyle/>
        <a:p>
          <a:endParaRPr lang="en-US"/>
        </a:p>
      </dgm:t>
    </dgm:pt>
    <dgm:pt modelId="{11AC33D6-CAE4-458F-9F1F-458C64A57032}" type="pres">
      <dgm:prSet presAssocID="{655D5AD2-3826-4272-B241-093ED2A61C3F}" presName="root" presStyleCnt="0">
        <dgm:presLayoutVars>
          <dgm:dir/>
          <dgm:resizeHandles val="exact"/>
        </dgm:presLayoutVars>
      </dgm:prSet>
      <dgm:spPr/>
    </dgm:pt>
    <dgm:pt modelId="{D42D431A-65D9-4696-A169-B98128DC1F9B}" type="pres">
      <dgm:prSet presAssocID="{9C3F6D86-1C88-44F4-B17E-4F92D283BD86}" presName="compNode" presStyleCnt="0"/>
      <dgm:spPr/>
    </dgm:pt>
    <dgm:pt modelId="{848238EC-D132-4FFA-A907-698C4ECC1A1C}" type="pres">
      <dgm:prSet presAssocID="{9C3F6D86-1C88-44F4-B17E-4F92D283BD86}" presName="bgRect" presStyleLbl="bgShp" presStyleIdx="0" presStyleCnt="4"/>
      <dgm:spPr/>
    </dgm:pt>
    <dgm:pt modelId="{07DD5AC5-B7A8-42E6-B6D0-64A3684814BC}" type="pres">
      <dgm:prSet presAssocID="{9C3F6D86-1C88-44F4-B17E-4F92D283BD8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38827643-BB4E-4AA9-A227-8799F7EF5D4A}" type="pres">
      <dgm:prSet presAssocID="{9C3F6D86-1C88-44F4-B17E-4F92D283BD86}" presName="spaceRect" presStyleCnt="0"/>
      <dgm:spPr/>
    </dgm:pt>
    <dgm:pt modelId="{4FB6439F-BCB3-4553-B415-9F2BA7D417E7}" type="pres">
      <dgm:prSet presAssocID="{9C3F6D86-1C88-44F4-B17E-4F92D283BD86}" presName="parTx" presStyleLbl="revTx" presStyleIdx="0" presStyleCnt="4">
        <dgm:presLayoutVars>
          <dgm:chMax val="0"/>
          <dgm:chPref val="0"/>
        </dgm:presLayoutVars>
      </dgm:prSet>
      <dgm:spPr/>
    </dgm:pt>
    <dgm:pt modelId="{B4064F95-AD40-43A1-9AF7-3F4197007EFA}" type="pres">
      <dgm:prSet presAssocID="{52671F1D-B5D8-4E13-B533-4AF37C09BB7D}" presName="sibTrans" presStyleCnt="0"/>
      <dgm:spPr/>
    </dgm:pt>
    <dgm:pt modelId="{F37901EC-128B-4D4A-8C03-CA7EEDA88AB9}" type="pres">
      <dgm:prSet presAssocID="{6BC89121-B06F-4B41-9831-8B957B0D0FA5}" presName="compNode" presStyleCnt="0"/>
      <dgm:spPr/>
    </dgm:pt>
    <dgm:pt modelId="{C6202F08-5064-4326-B0C6-1174DCFA970D}" type="pres">
      <dgm:prSet presAssocID="{6BC89121-B06F-4B41-9831-8B957B0D0FA5}" presName="bgRect" presStyleLbl="bgShp" presStyleIdx="1" presStyleCnt="4"/>
      <dgm:spPr/>
    </dgm:pt>
    <dgm:pt modelId="{A9DB34B2-CE1E-4EF5-BE5F-581B5DBBC673}" type="pres">
      <dgm:prSet presAssocID="{6BC89121-B06F-4B41-9831-8B957B0D0FA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6D076586-AC0A-44B3-BB38-4C315DB08DE2}" type="pres">
      <dgm:prSet presAssocID="{6BC89121-B06F-4B41-9831-8B957B0D0FA5}" presName="spaceRect" presStyleCnt="0"/>
      <dgm:spPr/>
    </dgm:pt>
    <dgm:pt modelId="{5AA0523A-77E5-47A9-A75F-1B39817A23B3}" type="pres">
      <dgm:prSet presAssocID="{6BC89121-B06F-4B41-9831-8B957B0D0FA5}" presName="parTx" presStyleLbl="revTx" presStyleIdx="1" presStyleCnt="4">
        <dgm:presLayoutVars>
          <dgm:chMax val="0"/>
          <dgm:chPref val="0"/>
        </dgm:presLayoutVars>
      </dgm:prSet>
      <dgm:spPr/>
    </dgm:pt>
    <dgm:pt modelId="{A1656214-B210-48DF-8436-D4037D6C5602}" type="pres">
      <dgm:prSet presAssocID="{A79B970F-2BC1-435A-8D8E-3186900F0E3F}" presName="sibTrans" presStyleCnt="0"/>
      <dgm:spPr/>
    </dgm:pt>
    <dgm:pt modelId="{A27D0523-7F75-4058-BA18-A7AA6749E0BC}" type="pres">
      <dgm:prSet presAssocID="{F8B95AC1-264B-405E-B311-CA4CF84FE1EF}" presName="compNode" presStyleCnt="0"/>
      <dgm:spPr/>
    </dgm:pt>
    <dgm:pt modelId="{818C5B13-64E6-4E0F-9AA4-FE4894E44D16}" type="pres">
      <dgm:prSet presAssocID="{F8B95AC1-264B-405E-B311-CA4CF84FE1EF}" presName="bgRect" presStyleLbl="bgShp" presStyleIdx="2" presStyleCnt="4"/>
      <dgm:spPr/>
    </dgm:pt>
    <dgm:pt modelId="{F9EC8FB4-F557-42AC-B5B9-0C9C1C69F03D}" type="pres">
      <dgm:prSet presAssocID="{F8B95AC1-264B-405E-B311-CA4CF84FE1E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46533327-5EA8-43EA-B21D-C405ADE025B1}" type="pres">
      <dgm:prSet presAssocID="{F8B95AC1-264B-405E-B311-CA4CF84FE1EF}" presName="spaceRect" presStyleCnt="0"/>
      <dgm:spPr/>
    </dgm:pt>
    <dgm:pt modelId="{E1DE69B9-F39C-4B6A-8110-E715A57C5124}" type="pres">
      <dgm:prSet presAssocID="{F8B95AC1-264B-405E-B311-CA4CF84FE1EF}" presName="parTx" presStyleLbl="revTx" presStyleIdx="2" presStyleCnt="4">
        <dgm:presLayoutVars>
          <dgm:chMax val="0"/>
          <dgm:chPref val="0"/>
        </dgm:presLayoutVars>
      </dgm:prSet>
      <dgm:spPr/>
    </dgm:pt>
    <dgm:pt modelId="{826D4CFE-B146-44C6-BACF-8310BCD38C7E}" type="pres">
      <dgm:prSet presAssocID="{B45A4B96-6DDB-4463-A282-8D2A93DA27C7}" presName="sibTrans" presStyleCnt="0"/>
      <dgm:spPr/>
    </dgm:pt>
    <dgm:pt modelId="{E6A84D1D-608A-4E3F-B0AC-BB014C601B9C}" type="pres">
      <dgm:prSet presAssocID="{9F4B8049-2C44-4E45-8B9D-D471AFAE0A3C}" presName="compNode" presStyleCnt="0"/>
      <dgm:spPr/>
    </dgm:pt>
    <dgm:pt modelId="{DCAD5406-889F-46BF-8FD3-DFD410ACB757}" type="pres">
      <dgm:prSet presAssocID="{9F4B8049-2C44-4E45-8B9D-D471AFAE0A3C}" presName="bgRect" presStyleLbl="bgShp" presStyleIdx="3" presStyleCnt="4"/>
      <dgm:spPr/>
    </dgm:pt>
    <dgm:pt modelId="{6B91B2B9-3071-438A-97F9-730FCD27D9F8}" type="pres">
      <dgm:prSet presAssocID="{9F4B8049-2C44-4E45-8B9D-D471AFAE0A3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0F2592AE-3FA9-405B-9EC5-59AA287E1029}" type="pres">
      <dgm:prSet presAssocID="{9F4B8049-2C44-4E45-8B9D-D471AFAE0A3C}" presName="spaceRect" presStyleCnt="0"/>
      <dgm:spPr/>
    </dgm:pt>
    <dgm:pt modelId="{31FE2F21-8C68-4EC6-AD36-F47E54CB5D8B}" type="pres">
      <dgm:prSet presAssocID="{9F4B8049-2C44-4E45-8B9D-D471AFAE0A3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88F390B-1387-42D7-AF1C-04AB52F610FA}" srcId="{655D5AD2-3826-4272-B241-093ED2A61C3F}" destId="{9C3F6D86-1C88-44F4-B17E-4F92D283BD86}" srcOrd="0" destOrd="0" parTransId="{7C0D8406-B70A-4CDE-A3DA-62F81E2C354A}" sibTransId="{52671F1D-B5D8-4E13-B533-4AF37C09BB7D}"/>
    <dgm:cxn modelId="{C37D3915-8B25-441A-968D-C717D8F13D8B}" type="presOf" srcId="{6BC89121-B06F-4B41-9831-8B957B0D0FA5}" destId="{5AA0523A-77E5-47A9-A75F-1B39817A23B3}" srcOrd="0" destOrd="0" presId="urn:microsoft.com/office/officeart/2018/2/layout/IconVerticalSolidList"/>
    <dgm:cxn modelId="{81135E18-9FA6-48AE-9803-01F3626F959E}" type="presOf" srcId="{F8B95AC1-264B-405E-B311-CA4CF84FE1EF}" destId="{E1DE69B9-F39C-4B6A-8110-E715A57C5124}" srcOrd="0" destOrd="0" presId="urn:microsoft.com/office/officeart/2018/2/layout/IconVerticalSolidList"/>
    <dgm:cxn modelId="{D011821F-51D3-4BE6-9FBE-0974EA4B98F2}" srcId="{655D5AD2-3826-4272-B241-093ED2A61C3F}" destId="{F8B95AC1-264B-405E-B311-CA4CF84FE1EF}" srcOrd="2" destOrd="0" parTransId="{D8E40EF0-73F6-4A9A-AF0B-CCAA5AC16D65}" sibTransId="{B45A4B96-6DDB-4463-A282-8D2A93DA27C7}"/>
    <dgm:cxn modelId="{13992F22-3F2A-46A1-AD7E-A4085E9CD4B8}" type="presOf" srcId="{9C3F6D86-1C88-44F4-B17E-4F92D283BD86}" destId="{4FB6439F-BCB3-4553-B415-9F2BA7D417E7}" srcOrd="0" destOrd="0" presId="urn:microsoft.com/office/officeart/2018/2/layout/IconVerticalSolidList"/>
    <dgm:cxn modelId="{2CFBAF25-17E2-4E90-AFD0-FB9B9BF1C4B2}" srcId="{655D5AD2-3826-4272-B241-093ED2A61C3F}" destId="{9F4B8049-2C44-4E45-8B9D-D471AFAE0A3C}" srcOrd="3" destOrd="0" parTransId="{B6E8C946-8C9B-4F10-973F-53394BDA9E4E}" sibTransId="{CE9C61AB-16FD-4F3E-B9CD-6A1248C6DABF}"/>
    <dgm:cxn modelId="{48D16D5F-F39A-4F9F-BA95-186FE7F4F576}" type="presOf" srcId="{655D5AD2-3826-4272-B241-093ED2A61C3F}" destId="{11AC33D6-CAE4-458F-9F1F-458C64A57032}" srcOrd="0" destOrd="0" presId="urn:microsoft.com/office/officeart/2018/2/layout/IconVerticalSolidList"/>
    <dgm:cxn modelId="{6C9D6390-672E-4CBA-A1D3-A36BDE18DC04}" srcId="{655D5AD2-3826-4272-B241-093ED2A61C3F}" destId="{6BC89121-B06F-4B41-9831-8B957B0D0FA5}" srcOrd="1" destOrd="0" parTransId="{732CDC41-7609-4B15-830E-05527EDC6BAF}" sibTransId="{A79B970F-2BC1-435A-8D8E-3186900F0E3F}"/>
    <dgm:cxn modelId="{FE29D8CA-A24D-4A28-BD10-13EC2DA9FC57}" type="presOf" srcId="{9F4B8049-2C44-4E45-8B9D-D471AFAE0A3C}" destId="{31FE2F21-8C68-4EC6-AD36-F47E54CB5D8B}" srcOrd="0" destOrd="0" presId="urn:microsoft.com/office/officeart/2018/2/layout/IconVerticalSolidList"/>
    <dgm:cxn modelId="{8D48348F-FF25-4D18-938F-264370F2939A}" type="presParOf" srcId="{11AC33D6-CAE4-458F-9F1F-458C64A57032}" destId="{D42D431A-65D9-4696-A169-B98128DC1F9B}" srcOrd="0" destOrd="0" presId="urn:microsoft.com/office/officeart/2018/2/layout/IconVerticalSolidList"/>
    <dgm:cxn modelId="{B061E2A5-10AF-40BE-A984-73081A3A3106}" type="presParOf" srcId="{D42D431A-65D9-4696-A169-B98128DC1F9B}" destId="{848238EC-D132-4FFA-A907-698C4ECC1A1C}" srcOrd="0" destOrd="0" presId="urn:microsoft.com/office/officeart/2018/2/layout/IconVerticalSolidList"/>
    <dgm:cxn modelId="{A37C8080-B421-43E5-9890-385248AD9057}" type="presParOf" srcId="{D42D431A-65D9-4696-A169-B98128DC1F9B}" destId="{07DD5AC5-B7A8-42E6-B6D0-64A3684814BC}" srcOrd="1" destOrd="0" presId="urn:microsoft.com/office/officeart/2018/2/layout/IconVerticalSolidList"/>
    <dgm:cxn modelId="{F04C26EA-E719-4CDE-8F2D-0F6535E884EF}" type="presParOf" srcId="{D42D431A-65D9-4696-A169-B98128DC1F9B}" destId="{38827643-BB4E-4AA9-A227-8799F7EF5D4A}" srcOrd="2" destOrd="0" presId="urn:microsoft.com/office/officeart/2018/2/layout/IconVerticalSolidList"/>
    <dgm:cxn modelId="{7EFBB988-3D37-4A86-BA99-F4B63538ABD4}" type="presParOf" srcId="{D42D431A-65D9-4696-A169-B98128DC1F9B}" destId="{4FB6439F-BCB3-4553-B415-9F2BA7D417E7}" srcOrd="3" destOrd="0" presId="urn:microsoft.com/office/officeart/2018/2/layout/IconVerticalSolidList"/>
    <dgm:cxn modelId="{2D64D506-4699-44B9-A607-AAE0C8AC27B8}" type="presParOf" srcId="{11AC33D6-CAE4-458F-9F1F-458C64A57032}" destId="{B4064F95-AD40-43A1-9AF7-3F4197007EFA}" srcOrd="1" destOrd="0" presId="urn:microsoft.com/office/officeart/2018/2/layout/IconVerticalSolidList"/>
    <dgm:cxn modelId="{4B7B4AE9-38EB-41E3-B92F-9219C196F8CB}" type="presParOf" srcId="{11AC33D6-CAE4-458F-9F1F-458C64A57032}" destId="{F37901EC-128B-4D4A-8C03-CA7EEDA88AB9}" srcOrd="2" destOrd="0" presId="urn:microsoft.com/office/officeart/2018/2/layout/IconVerticalSolidList"/>
    <dgm:cxn modelId="{5B7C0E12-929B-4668-8E5D-217079DDD78A}" type="presParOf" srcId="{F37901EC-128B-4D4A-8C03-CA7EEDA88AB9}" destId="{C6202F08-5064-4326-B0C6-1174DCFA970D}" srcOrd="0" destOrd="0" presId="urn:microsoft.com/office/officeart/2018/2/layout/IconVerticalSolidList"/>
    <dgm:cxn modelId="{55BFC354-D5ED-4197-B1EC-4567991C2287}" type="presParOf" srcId="{F37901EC-128B-4D4A-8C03-CA7EEDA88AB9}" destId="{A9DB34B2-CE1E-4EF5-BE5F-581B5DBBC673}" srcOrd="1" destOrd="0" presId="urn:microsoft.com/office/officeart/2018/2/layout/IconVerticalSolidList"/>
    <dgm:cxn modelId="{406F92A7-2AB3-4FAC-945F-7B9FB466F9D3}" type="presParOf" srcId="{F37901EC-128B-4D4A-8C03-CA7EEDA88AB9}" destId="{6D076586-AC0A-44B3-BB38-4C315DB08DE2}" srcOrd="2" destOrd="0" presId="urn:microsoft.com/office/officeart/2018/2/layout/IconVerticalSolidList"/>
    <dgm:cxn modelId="{740D36A7-F96A-475D-8561-4A5BED0478CA}" type="presParOf" srcId="{F37901EC-128B-4D4A-8C03-CA7EEDA88AB9}" destId="{5AA0523A-77E5-47A9-A75F-1B39817A23B3}" srcOrd="3" destOrd="0" presId="urn:microsoft.com/office/officeart/2018/2/layout/IconVerticalSolidList"/>
    <dgm:cxn modelId="{F130C5C7-E1EE-4CC9-82A3-11EDE659CE8D}" type="presParOf" srcId="{11AC33D6-CAE4-458F-9F1F-458C64A57032}" destId="{A1656214-B210-48DF-8436-D4037D6C5602}" srcOrd="3" destOrd="0" presId="urn:microsoft.com/office/officeart/2018/2/layout/IconVerticalSolidList"/>
    <dgm:cxn modelId="{A5589E58-A04D-492C-B8AA-9D82BDA6C884}" type="presParOf" srcId="{11AC33D6-CAE4-458F-9F1F-458C64A57032}" destId="{A27D0523-7F75-4058-BA18-A7AA6749E0BC}" srcOrd="4" destOrd="0" presId="urn:microsoft.com/office/officeart/2018/2/layout/IconVerticalSolidList"/>
    <dgm:cxn modelId="{421AA2A6-0A2E-411D-B5C2-891F329E27CE}" type="presParOf" srcId="{A27D0523-7F75-4058-BA18-A7AA6749E0BC}" destId="{818C5B13-64E6-4E0F-9AA4-FE4894E44D16}" srcOrd="0" destOrd="0" presId="urn:microsoft.com/office/officeart/2018/2/layout/IconVerticalSolidList"/>
    <dgm:cxn modelId="{47FFFA6A-17FC-4D99-8C4F-F4A39292E788}" type="presParOf" srcId="{A27D0523-7F75-4058-BA18-A7AA6749E0BC}" destId="{F9EC8FB4-F557-42AC-B5B9-0C9C1C69F03D}" srcOrd="1" destOrd="0" presId="urn:microsoft.com/office/officeart/2018/2/layout/IconVerticalSolidList"/>
    <dgm:cxn modelId="{ADFC2529-D2AD-4105-8118-F3995CB84C5C}" type="presParOf" srcId="{A27D0523-7F75-4058-BA18-A7AA6749E0BC}" destId="{46533327-5EA8-43EA-B21D-C405ADE025B1}" srcOrd="2" destOrd="0" presId="urn:microsoft.com/office/officeart/2018/2/layout/IconVerticalSolidList"/>
    <dgm:cxn modelId="{8BBA6E62-49E9-4E70-8126-E2D87B1F79E6}" type="presParOf" srcId="{A27D0523-7F75-4058-BA18-A7AA6749E0BC}" destId="{E1DE69B9-F39C-4B6A-8110-E715A57C5124}" srcOrd="3" destOrd="0" presId="urn:microsoft.com/office/officeart/2018/2/layout/IconVerticalSolidList"/>
    <dgm:cxn modelId="{2AD89367-916F-47D4-9A48-B30329DAEE22}" type="presParOf" srcId="{11AC33D6-CAE4-458F-9F1F-458C64A57032}" destId="{826D4CFE-B146-44C6-BACF-8310BCD38C7E}" srcOrd="5" destOrd="0" presId="urn:microsoft.com/office/officeart/2018/2/layout/IconVerticalSolidList"/>
    <dgm:cxn modelId="{723E8B94-CC18-4193-ADB5-5CCC3DE108F5}" type="presParOf" srcId="{11AC33D6-CAE4-458F-9F1F-458C64A57032}" destId="{E6A84D1D-608A-4E3F-B0AC-BB014C601B9C}" srcOrd="6" destOrd="0" presId="urn:microsoft.com/office/officeart/2018/2/layout/IconVerticalSolidList"/>
    <dgm:cxn modelId="{858F1BD6-5370-4C62-B3EF-232669D97A99}" type="presParOf" srcId="{E6A84D1D-608A-4E3F-B0AC-BB014C601B9C}" destId="{DCAD5406-889F-46BF-8FD3-DFD410ACB757}" srcOrd="0" destOrd="0" presId="urn:microsoft.com/office/officeart/2018/2/layout/IconVerticalSolidList"/>
    <dgm:cxn modelId="{8249E768-B12E-4685-8701-4EEFA04321E2}" type="presParOf" srcId="{E6A84D1D-608A-4E3F-B0AC-BB014C601B9C}" destId="{6B91B2B9-3071-438A-97F9-730FCD27D9F8}" srcOrd="1" destOrd="0" presId="urn:microsoft.com/office/officeart/2018/2/layout/IconVerticalSolidList"/>
    <dgm:cxn modelId="{BD33EBA4-1F47-425F-BBE6-8896F4D9C84B}" type="presParOf" srcId="{E6A84D1D-608A-4E3F-B0AC-BB014C601B9C}" destId="{0F2592AE-3FA9-405B-9EC5-59AA287E1029}" srcOrd="2" destOrd="0" presId="urn:microsoft.com/office/officeart/2018/2/layout/IconVerticalSolidList"/>
    <dgm:cxn modelId="{B433016C-6D0B-4D23-9F46-51690AB07FCA}" type="presParOf" srcId="{E6A84D1D-608A-4E3F-B0AC-BB014C601B9C}" destId="{31FE2F21-8C68-4EC6-AD36-F47E54CB5D8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1330BB1-B56D-406C-B076-87296AA9650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6B80B1A-FC15-4F8A-BFEE-7F3DF8DB4700}">
      <dgm:prSet/>
      <dgm:spPr/>
      <dgm:t>
        <a:bodyPr/>
        <a:lstStyle/>
        <a:p>
          <a:r>
            <a:rPr lang="en-US"/>
            <a:t>Identify positive workplace practices</a:t>
          </a:r>
        </a:p>
      </dgm:t>
    </dgm:pt>
    <dgm:pt modelId="{D91FF1EE-3040-49A5-BB57-9CFC4038B18D}" type="parTrans" cxnId="{FB82C374-2BAD-41BF-BCC9-CDFFEE8970BE}">
      <dgm:prSet/>
      <dgm:spPr/>
      <dgm:t>
        <a:bodyPr/>
        <a:lstStyle/>
        <a:p>
          <a:endParaRPr lang="en-US"/>
        </a:p>
      </dgm:t>
    </dgm:pt>
    <dgm:pt modelId="{5AAAEC47-0A91-4C51-8F7A-034FDF59EFE2}" type="sibTrans" cxnId="{FB82C374-2BAD-41BF-BCC9-CDFFEE8970BE}">
      <dgm:prSet/>
      <dgm:spPr/>
      <dgm:t>
        <a:bodyPr/>
        <a:lstStyle/>
        <a:p>
          <a:endParaRPr lang="en-US"/>
        </a:p>
      </dgm:t>
    </dgm:pt>
    <dgm:pt modelId="{2B052590-3053-4007-AB32-F35068673989}">
      <dgm:prSet/>
      <dgm:spPr/>
      <dgm:t>
        <a:bodyPr/>
        <a:lstStyle/>
        <a:p>
          <a:r>
            <a:rPr lang="en-US"/>
            <a:t>Discuss employer and employee responsibilities</a:t>
          </a:r>
        </a:p>
      </dgm:t>
    </dgm:pt>
    <dgm:pt modelId="{92573607-64B7-4CCF-94FD-0ADB815D614E}" type="parTrans" cxnId="{1E336F03-2CE4-421F-81AD-479A478C39F1}">
      <dgm:prSet/>
      <dgm:spPr/>
      <dgm:t>
        <a:bodyPr/>
        <a:lstStyle/>
        <a:p>
          <a:endParaRPr lang="en-US"/>
        </a:p>
      </dgm:t>
    </dgm:pt>
    <dgm:pt modelId="{079356D5-5710-4DBD-8A12-2F54871ABED4}" type="sibTrans" cxnId="{1E336F03-2CE4-421F-81AD-479A478C39F1}">
      <dgm:prSet/>
      <dgm:spPr/>
      <dgm:t>
        <a:bodyPr/>
        <a:lstStyle/>
        <a:p>
          <a:endParaRPr lang="en-US"/>
        </a:p>
      </dgm:t>
    </dgm:pt>
    <dgm:pt modelId="{0C2E5AE7-7599-4ABB-8F6B-4A21CBEE75DB}">
      <dgm:prSet/>
      <dgm:spPr/>
      <dgm:t>
        <a:bodyPr/>
        <a:lstStyle/>
        <a:p>
          <a:r>
            <a:rPr lang="en-US"/>
            <a:t>Suggest ways to improve performance</a:t>
          </a:r>
        </a:p>
      </dgm:t>
    </dgm:pt>
    <dgm:pt modelId="{F0713945-F702-492E-A905-B0964F1E1AAC}" type="parTrans" cxnId="{17EE7D44-B7F0-480D-A336-65B1A65960EE}">
      <dgm:prSet/>
      <dgm:spPr/>
      <dgm:t>
        <a:bodyPr/>
        <a:lstStyle/>
        <a:p>
          <a:endParaRPr lang="en-US"/>
        </a:p>
      </dgm:t>
    </dgm:pt>
    <dgm:pt modelId="{43AFDDB9-7A55-4314-A388-460625918261}" type="sibTrans" cxnId="{17EE7D44-B7F0-480D-A336-65B1A65960EE}">
      <dgm:prSet/>
      <dgm:spPr/>
      <dgm:t>
        <a:bodyPr/>
        <a:lstStyle/>
        <a:p>
          <a:endParaRPr lang="en-US"/>
        </a:p>
      </dgm:t>
    </dgm:pt>
    <dgm:pt modelId="{9A738A19-B067-4D64-91F7-5CE5C7B221D2}">
      <dgm:prSet/>
      <dgm:spPr/>
      <dgm:t>
        <a:bodyPr/>
        <a:lstStyle/>
        <a:p>
          <a:r>
            <a:rPr lang="en-US"/>
            <a:t>Reflect on ethical workplace behaviour</a:t>
          </a:r>
        </a:p>
      </dgm:t>
    </dgm:pt>
    <dgm:pt modelId="{35C7F184-3EFF-493A-9D8A-BD9A91A5E873}" type="parTrans" cxnId="{A1B5077F-0D99-4B56-9356-F9D6381032AE}">
      <dgm:prSet/>
      <dgm:spPr/>
      <dgm:t>
        <a:bodyPr/>
        <a:lstStyle/>
        <a:p>
          <a:endParaRPr lang="en-US"/>
        </a:p>
      </dgm:t>
    </dgm:pt>
    <dgm:pt modelId="{AD844844-374E-47D1-9C1B-FB2788A20E62}" type="sibTrans" cxnId="{A1B5077F-0D99-4B56-9356-F9D6381032AE}">
      <dgm:prSet/>
      <dgm:spPr/>
      <dgm:t>
        <a:bodyPr/>
        <a:lstStyle/>
        <a:p>
          <a:endParaRPr lang="en-US"/>
        </a:p>
      </dgm:t>
    </dgm:pt>
    <dgm:pt modelId="{4B8977EF-7BF6-403D-B9DA-E05FEDEEAE94}" type="pres">
      <dgm:prSet presAssocID="{E1330BB1-B56D-406C-B076-87296AA96502}" presName="root" presStyleCnt="0">
        <dgm:presLayoutVars>
          <dgm:dir/>
          <dgm:resizeHandles val="exact"/>
        </dgm:presLayoutVars>
      </dgm:prSet>
      <dgm:spPr/>
    </dgm:pt>
    <dgm:pt modelId="{6BC18B65-F48B-4461-9EDF-8E049BCED6FC}" type="pres">
      <dgm:prSet presAssocID="{E1330BB1-B56D-406C-B076-87296AA96502}" presName="container" presStyleCnt="0">
        <dgm:presLayoutVars>
          <dgm:dir/>
          <dgm:resizeHandles val="exact"/>
        </dgm:presLayoutVars>
      </dgm:prSet>
      <dgm:spPr/>
    </dgm:pt>
    <dgm:pt modelId="{15B0871F-4506-4FBB-ADBE-549B359398B3}" type="pres">
      <dgm:prSet presAssocID="{B6B80B1A-FC15-4F8A-BFEE-7F3DF8DB4700}" presName="compNode" presStyleCnt="0"/>
      <dgm:spPr/>
    </dgm:pt>
    <dgm:pt modelId="{42BF7205-8718-4DEC-82C8-0AF522884A8A}" type="pres">
      <dgm:prSet presAssocID="{B6B80B1A-FC15-4F8A-BFEE-7F3DF8DB4700}" presName="iconBgRect" presStyleLbl="bgShp" presStyleIdx="0" presStyleCnt="4"/>
      <dgm:spPr/>
    </dgm:pt>
    <dgm:pt modelId="{C97210B9-C95A-4AEB-9BDB-BC1DC8250390}" type="pres">
      <dgm:prSet presAssocID="{B6B80B1A-FC15-4F8A-BFEE-7F3DF8DB470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822E0597-8CDF-4559-9799-DDB120373C7B}" type="pres">
      <dgm:prSet presAssocID="{B6B80B1A-FC15-4F8A-BFEE-7F3DF8DB4700}" presName="spaceRect" presStyleCnt="0"/>
      <dgm:spPr/>
    </dgm:pt>
    <dgm:pt modelId="{2FA1BE93-7DC1-4821-9153-1C1A77492775}" type="pres">
      <dgm:prSet presAssocID="{B6B80B1A-FC15-4F8A-BFEE-7F3DF8DB4700}" presName="textRect" presStyleLbl="revTx" presStyleIdx="0" presStyleCnt="4">
        <dgm:presLayoutVars>
          <dgm:chMax val="1"/>
          <dgm:chPref val="1"/>
        </dgm:presLayoutVars>
      </dgm:prSet>
      <dgm:spPr/>
    </dgm:pt>
    <dgm:pt modelId="{73EE66E2-512A-437E-B2A0-88325A0AC979}" type="pres">
      <dgm:prSet presAssocID="{5AAAEC47-0A91-4C51-8F7A-034FDF59EFE2}" presName="sibTrans" presStyleLbl="sibTrans2D1" presStyleIdx="0" presStyleCnt="0"/>
      <dgm:spPr/>
    </dgm:pt>
    <dgm:pt modelId="{420052E4-B54C-4637-9549-3D4DD6876CC6}" type="pres">
      <dgm:prSet presAssocID="{2B052590-3053-4007-AB32-F35068673989}" presName="compNode" presStyleCnt="0"/>
      <dgm:spPr/>
    </dgm:pt>
    <dgm:pt modelId="{FB67D998-814B-431A-B910-3B149C812725}" type="pres">
      <dgm:prSet presAssocID="{2B052590-3053-4007-AB32-F35068673989}" presName="iconBgRect" presStyleLbl="bgShp" presStyleIdx="1" presStyleCnt="4"/>
      <dgm:spPr/>
    </dgm:pt>
    <dgm:pt modelId="{3EBEA768-4AEB-468F-A360-0D71021BDB43}" type="pres">
      <dgm:prSet presAssocID="{2B052590-3053-4007-AB32-F3506867398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F0897018-3C14-4B94-80D6-1CE484734C27}" type="pres">
      <dgm:prSet presAssocID="{2B052590-3053-4007-AB32-F35068673989}" presName="spaceRect" presStyleCnt="0"/>
      <dgm:spPr/>
    </dgm:pt>
    <dgm:pt modelId="{FA113A8E-2B41-4473-8C2D-D3A4F0E20EE3}" type="pres">
      <dgm:prSet presAssocID="{2B052590-3053-4007-AB32-F35068673989}" presName="textRect" presStyleLbl="revTx" presStyleIdx="1" presStyleCnt="4">
        <dgm:presLayoutVars>
          <dgm:chMax val="1"/>
          <dgm:chPref val="1"/>
        </dgm:presLayoutVars>
      </dgm:prSet>
      <dgm:spPr/>
    </dgm:pt>
    <dgm:pt modelId="{0FA96F56-0E10-46B7-8F94-1BB55B574D20}" type="pres">
      <dgm:prSet presAssocID="{079356D5-5710-4DBD-8A12-2F54871ABED4}" presName="sibTrans" presStyleLbl="sibTrans2D1" presStyleIdx="0" presStyleCnt="0"/>
      <dgm:spPr/>
    </dgm:pt>
    <dgm:pt modelId="{94711BC6-C7ED-413F-AF8D-FF7807E4770F}" type="pres">
      <dgm:prSet presAssocID="{0C2E5AE7-7599-4ABB-8F6B-4A21CBEE75DB}" presName="compNode" presStyleCnt="0"/>
      <dgm:spPr/>
    </dgm:pt>
    <dgm:pt modelId="{DFA8B4B0-0B63-4881-A882-FA182F8ACA83}" type="pres">
      <dgm:prSet presAssocID="{0C2E5AE7-7599-4ABB-8F6B-4A21CBEE75DB}" presName="iconBgRect" presStyleLbl="bgShp" presStyleIdx="2" presStyleCnt="4"/>
      <dgm:spPr/>
    </dgm:pt>
    <dgm:pt modelId="{609A9993-E66B-4C31-8077-94A72FCACF12}" type="pres">
      <dgm:prSet presAssocID="{0C2E5AE7-7599-4ABB-8F6B-4A21CBEE75D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7A99A76-BB87-4BE2-AF87-B507CBDC7CC4}" type="pres">
      <dgm:prSet presAssocID="{0C2E5AE7-7599-4ABB-8F6B-4A21CBEE75DB}" presName="spaceRect" presStyleCnt="0"/>
      <dgm:spPr/>
    </dgm:pt>
    <dgm:pt modelId="{EEA19A31-C23E-4E55-AE19-930FD63EA7D8}" type="pres">
      <dgm:prSet presAssocID="{0C2E5AE7-7599-4ABB-8F6B-4A21CBEE75DB}" presName="textRect" presStyleLbl="revTx" presStyleIdx="2" presStyleCnt="4">
        <dgm:presLayoutVars>
          <dgm:chMax val="1"/>
          <dgm:chPref val="1"/>
        </dgm:presLayoutVars>
      </dgm:prSet>
      <dgm:spPr/>
    </dgm:pt>
    <dgm:pt modelId="{1B27EDF1-FBC2-4616-8F78-3100266090E5}" type="pres">
      <dgm:prSet presAssocID="{43AFDDB9-7A55-4314-A388-460625918261}" presName="sibTrans" presStyleLbl="sibTrans2D1" presStyleIdx="0" presStyleCnt="0"/>
      <dgm:spPr/>
    </dgm:pt>
    <dgm:pt modelId="{7E6EAADE-D48C-40CE-AA03-B20C75139556}" type="pres">
      <dgm:prSet presAssocID="{9A738A19-B067-4D64-91F7-5CE5C7B221D2}" presName="compNode" presStyleCnt="0"/>
      <dgm:spPr/>
    </dgm:pt>
    <dgm:pt modelId="{B2F81C74-82CB-4639-8DA0-9546D132B9D8}" type="pres">
      <dgm:prSet presAssocID="{9A738A19-B067-4D64-91F7-5CE5C7B221D2}" presName="iconBgRect" presStyleLbl="bgShp" presStyleIdx="3" presStyleCnt="4"/>
      <dgm:spPr/>
    </dgm:pt>
    <dgm:pt modelId="{80ABC661-CCDF-4061-972C-99EE11D59F53}" type="pres">
      <dgm:prSet presAssocID="{9A738A19-B067-4D64-91F7-5CE5C7B221D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139F7AC6-5479-4F78-91A2-2A1A088A7AD9}" type="pres">
      <dgm:prSet presAssocID="{9A738A19-B067-4D64-91F7-5CE5C7B221D2}" presName="spaceRect" presStyleCnt="0"/>
      <dgm:spPr/>
    </dgm:pt>
    <dgm:pt modelId="{1ADF64B4-C248-4866-B0DB-89B22DC4A7D0}" type="pres">
      <dgm:prSet presAssocID="{9A738A19-B067-4D64-91F7-5CE5C7B221D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E336F03-2CE4-421F-81AD-479A478C39F1}" srcId="{E1330BB1-B56D-406C-B076-87296AA96502}" destId="{2B052590-3053-4007-AB32-F35068673989}" srcOrd="1" destOrd="0" parTransId="{92573607-64B7-4CCF-94FD-0ADB815D614E}" sibTransId="{079356D5-5710-4DBD-8A12-2F54871ABED4}"/>
    <dgm:cxn modelId="{0D312A0A-E78D-499F-9DAB-B9AD91EA2923}" type="presOf" srcId="{E1330BB1-B56D-406C-B076-87296AA96502}" destId="{4B8977EF-7BF6-403D-B9DA-E05FEDEEAE94}" srcOrd="0" destOrd="0" presId="urn:microsoft.com/office/officeart/2018/2/layout/IconCircleList"/>
    <dgm:cxn modelId="{90ECBD22-B5AC-4250-A088-884EC3C94715}" type="presOf" srcId="{9A738A19-B067-4D64-91F7-5CE5C7B221D2}" destId="{1ADF64B4-C248-4866-B0DB-89B22DC4A7D0}" srcOrd="0" destOrd="0" presId="urn:microsoft.com/office/officeart/2018/2/layout/IconCircleList"/>
    <dgm:cxn modelId="{2525AE38-FEFA-411A-A103-3B548250BDFF}" type="presOf" srcId="{B6B80B1A-FC15-4F8A-BFEE-7F3DF8DB4700}" destId="{2FA1BE93-7DC1-4821-9153-1C1A77492775}" srcOrd="0" destOrd="0" presId="urn:microsoft.com/office/officeart/2018/2/layout/IconCircleList"/>
    <dgm:cxn modelId="{17EE7D44-B7F0-480D-A336-65B1A65960EE}" srcId="{E1330BB1-B56D-406C-B076-87296AA96502}" destId="{0C2E5AE7-7599-4ABB-8F6B-4A21CBEE75DB}" srcOrd="2" destOrd="0" parTransId="{F0713945-F702-492E-A905-B0964F1E1AAC}" sibTransId="{43AFDDB9-7A55-4314-A388-460625918261}"/>
    <dgm:cxn modelId="{FB82C374-2BAD-41BF-BCC9-CDFFEE8970BE}" srcId="{E1330BB1-B56D-406C-B076-87296AA96502}" destId="{B6B80B1A-FC15-4F8A-BFEE-7F3DF8DB4700}" srcOrd="0" destOrd="0" parTransId="{D91FF1EE-3040-49A5-BB57-9CFC4038B18D}" sibTransId="{5AAAEC47-0A91-4C51-8F7A-034FDF59EFE2}"/>
    <dgm:cxn modelId="{A1B5077F-0D99-4B56-9356-F9D6381032AE}" srcId="{E1330BB1-B56D-406C-B076-87296AA96502}" destId="{9A738A19-B067-4D64-91F7-5CE5C7B221D2}" srcOrd="3" destOrd="0" parTransId="{35C7F184-3EFF-493A-9D8A-BD9A91A5E873}" sibTransId="{AD844844-374E-47D1-9C1B-FB2788A20E62}"/>
    <dgm:cxn modelId="{AB86BB8B-9689-4709-8365-136821F77C46}" type="presOf" srcId="{2B052590-3053-4007-AB32-F35068673989}" destId="{FA113A8E-2B41-4473-8C2D-D3A4F0E20EE3}" srcOrd="0" destOrd="0" presId="urn:microsoft.com/office/officeart/2018/2/layout/IconCircleList"/>
    <dgm:cxn modelId="{1F2C15BC-8890-48B1-A26E-F933CD1BDDF0}" type="presOf" srcId="{0C2E5AE7-7599-4ABB-8F6B-4A21CBEE75DB}" destId="{EEA19A31-C23E-4E55-AE19-930FD63EA7D8}" srcOrd="0" destOrd="0" presId="urn:microsoft.com/office/officeart/2018/2/layout/IconCircleList"/>
    <dgm:cxn modelId="{4CD6C1C6-8A98-4ACD-A542-7D9E74E12DD0}" type="presOf" srcId="{43AFDDB9-7A55-4314-A388-460625918261}" destId="{1B27EDF1-FBC2-4616-8F78-3100266090E5}" srcOrd="0" destOrd="0" presId="urn:microsoft.com/office/officeart/2018/2/layout/IconCircleList"/>
    <dgm:cxn modelId="{EE66C5DD-8AAA-426E-B93B-662B4ABC8693}" type="presOf" srcId="{5AAAEC47-0A91-4C51-8F7A-034FDF59EFE2}" destId="{73EE66E2-512A-437E-B2A0-88325A0AC979}" srcOrd="0" destOrd="0" presId="urn:microsoft.com/office/officeart/2018/2/layout/IconCircleList"/>
    <dgm:cxn modelId="{679900E0-E054-4785-88EF-F9468D1B896B}" type="presOf" srcId="{079356D5-5710-4DBD-8A12-2F54871ABED4}" destId="{0FA96F56-0E10-46B7-8F94-1BB55B574D20}" srcOrd="0" destOrd="0" presId="urn:microsoft.com/office/officeart/2018/2/layout/IconCircleList"/>
    <dgm:cxn modelId="{94AE18B1-13C1-45B6-AACD-D86BC53DBF35}" type="presParOf" srcId="{4B8977EF-7BF6-403D-B9DA-E05FEDEEAE94}" destId="{6BC18B65-F48B-4461-9EDF-8E049BCED6FC}" srcOrd="0" destOrd="0" presId="urn:microsoft.com/office/officeart/2018/2/layout/IconCircleList"/>
    <dgm:cxn modelId="{47178175-A7FD-4BE0-98BE-D717AFBD3F95}" type="presParOf" srcId="{6BC18B65-F48B-4461-9EDF-8E049BCED6FC}" destId="{15B0871F-4506-4FBB-ADBE-549B359398B3}" srcOrd="0" destOrd="0" presId="urn:microsoft.com/office/officeart/2018/2/layout/IconCircleList"/>
    <dgm:cxn modelId="{6B9BC272-B1BE-4438-8CFC-EF6764B29FE9}" type="presParOf" srcId="{15B0871F-4506-4FBB-ADBE-549B359398B3}" destId="{42BF7205-8718-4DEC-82C8-0AF522884A8A}" srcOrd="0" destOrd="0" presId="urn:microsoft.com/office/officeart/2018/2/layout/IconCircleList"/>
    <dgm:cxn modelId="{E3BD458A-925F-4E08-A74A-54E88E224C56}" type="presParOf" srcId="{15B0871F-4506-4FBB-ADBE-549B359398B3}" destId="{C97210B9-C95A-4AEB-9BDB-BC1DC8250390}" srcOrd="1" destOrd="0" presId="urn:microsoft.com/office/officeart/2018/2/layout/IconCircleList"/>
    <dgm:cxn modelId="{A9D06B02-4704-46AD-994D-9561194CFD4A}" type="presParOf" srcId="{15B0871F-4506-4FBB-ADBE-549B359398B3}" destId="{822E0597-8CDF-4559-9799-DDB120373C7B}" srcOrd="2" destOrd="0" presId="urn:microsoft.com/office/officeart/2018/2/layout/IconCircleList"/>
    <dgm:cxn modelId="{1BA0EC26-E87D-4E4D-9D1A-0CE37FAB295F}" type="presParOf" srcId="{15B0871F-4506-4FBB-ADBE-549B359398B3}" destId="{2FA1BE93-7DC1-4821-9153-1C1A77492775}" srcOrd="3" destOrd="0" presId="urn:microsoft.com/office/officeart/2018/2/layout/IconCircleList"/>
    <dgm:cxn modelId="{09BE4F2F-FD4A-4232-AD30-B271AAE74A8D}" type="presParOf" srcId="{6BC18B65-F48B-4461-9EDF-8E049BCED6FC}" destId="{73EE66E2-512A-437E-B2A0-88325A0AC979}" srcOrd="1" destOrd="0" presId="urn:microsoft.com/office/officeart/2018/2/layout/IconCircleList"/>
    <dgm:cxn modelId="{3A42C778-7ADB-45C1-B652-12C8E4D62B13}" type="presParOf" srcId="{6BC18B65-F48B-4461-9EDF-8E049BCED6FC}" destId="{420052E4-B54C-4637-9549-3D4DD6876CC6}" srcOrd="2" destOrd="0" presId="urn:microsoft.com/office/officeart/2018/2/layout/IconCircleList"/>
    <dgm:cxn modelId="{62417B4F-B019-43F0-A530-3CFD23D02847}" type="presParOf" srcId="{420052E4-B54C-4637-9549-3D4DD6876CC6}" destId="{FB67D998-814B-431A-B910-3B149C812725}" srcOrd="0" destOrd="0" presId="urn:microsoft.com/office/officeart/2018/2/layout/IconCircleList"/>
    <dgm:cxn modelId="{F6CE0433-53E7-48E5-9929-82E5C01AB2AC}" type="presParOf" srcId="{420052E4-B54C-4637-9549-3D4DD6876CC6}" destId="{3EBEA768-4AEB-468F-A360-0D71021BDB43}" srcOrd="1" destOrd="0" presId="urn:microsoft.com/office/officeart/2018/2/layout/IconCircleList"/>
    <dgm:cxn modelId="{3C21E623-260A-4A85-9EFD-157F41FDF5B9}" type="presParOf" srcId="{420052E4-B54C-4637-9549-3D4DD6876CC6}" destId="{F0897018-3C14-4B94-80D6-1CE484734C27}" srcOrd="2" destOrd="0" presId="urn:microsoft.com/office/officeart/2018/2/layout/IconCircleList"/>
    <dgm:cxn modelId="{DD1D8342-2421-4526-AF35-280DC93CDF8A}" type="presParOf" srcId="{420052E4-B54C-4637-9549-3D4DD6876CC6}" destId="{FA113A8E-2B41-4473-8C2D-D3A4F0E20EE3}" srcOrd="3" destOrd="0" presId="urn:microsoft.com/office/officeart/2018/2/layout/IconCircleList"/>
    <dgm:cxn modelId="{B51A9388-3A87-4E6C-AE33-C34722FC6BBE}" type="presParOf" srcId="{6BC18B65-F48B-4461-9EDF-8E049BCED6FC}" destId="{0FA96F56-0E10-46B7-8F94-1BB55B574D20}" srcOrd="3" destOrd="0" presId="urn:microsoft.com/office/officeart/2018/2/layout/IconCircleList"/>
    <dgm:cxn modelId="{9954EA52-B456-473B-9A2E-468C1708EFF8}" type="presParOf" srcId="{6BC18B65-F48B-4461-9EDF-8E049BCED6FC}" destId="{94711BC6-C7ED-413F-AF8D-FF7807E4770F}" srcOrd="4" destOrd="0" presId="urn:microsoft.com/office/officeart/2018/2/layout/IconCircleList"/>
    <dgm:cxn modelId="{4F4DD22F-3837-44C5-BB97-D031430E8EC8}" type="presParOf" srcId="{94711BC6-C7ED-413F-AF8D-FF7807E4770F}" destId="{DFA8B4B0-0B63-4881-A882-FA182F8ACA83}" srcOrd="0" destOrd="0" presId="urn:microsoft.com/office/officeart/2018/2/layout/IconCircleList"/>
    <dgm:cxn modelId="{423F9BA2-4CBE-4EEB-BD5B-517AAF8596B3}" type="presParOf" srcId="{94711BC6-C7ED-413F-AF8D-FF7807E4770F}" destId="{609A9993-E66B-4C31-8077-94A72FCACF12}" srcOrd="1" destOrd="0" presId="urn:microsoft.com/office/officeart/2018/2/layout/IconCircleList"/>
    <dgm:cxn modelId="{FC21335B-BE01-4A35-939A-2482B888723B}" type="presParOf" srcId="{94711BC6-C7ED-413F-AF8D-FF7807E4770F}" destId="{67A99A76-BB87-4BE2-AF87-B507CBDC7CC4}" srcOrd="2" destOrd="0" presId="urn:microsoft.com/office/officeart/2018/2/layout/IconCircleList"/>
    <dgm:cxn modelId="{ED321F09-97BB-4F12-AE92-196ACE81DEA6}" type="presParOf" srcId="{94711BC6-C7ED-413F-AF8D-FF7807E4770F}" destId="{EEA19A31-C23E-4E55-AE19-930FD63EA7D8}" srcOrd="3" destOrd="0" presId="urn:microsoft.com/office/officeart/2018/2/layout/IconCircleList"/>
    <dgm:cxn modelId="{4E057969-272C-4B18-866E-1A2489FBF160}" type="presParOf" srcId="{6BC18B65-F48B-4461-9EDF-8E049BCED6FC}" destId="{1B27EDF1-FBC2-4616-8F78-3100266090E5}" srcOrd="5" destOrd="0" presId="urn:microsoft.com/office/officeart/2018/2/layout/IconCircleList"/>
    <dgm:cxn modelId="{E88F5877-4893-4DC7-AC92-A98AB414C0B8}" type="presParOf" srcId="{6BC18B65-F48B-4461-9EDF-8E049BCED6FC}" destId="{7E6EAADE-D48C-40CE-AA03-B20C75139556}" srcOrd="6" destOrd="0" presId="urn:microsoft.com/office/officeart/2018/2/layout/IconCircleList"/>
    <dgm:cxn modelId="{013FBA60-FB9E-4A6F-B63D-700B6787A0D4}" type="presParOf" srcId="{7E6EAADE-D48C-40CE-AA03-B20C75139556}" destId="{B2F81C74-82CB-4639-8DA0-9546D132B9D8}" srcOrd="0" destOrd="0" presId="urn:microsoft.com/office/officeart/2018/2/layout/IconCircleList"/>
    <dgm:cxn modelId="{3B485AB6-97AE-44CC-AE0A-1AEB9148E827}" type="presParOf" srcId="{7E6EAADE-D48C-40CE-AA03-B20C75139556}" destId="{80ABC661-CCDF-4061-972C-99EE11D59F53}" srcOrd="1" destOrd="0" presId="urn:microsoft.com/office/officeart/2018/2/layout/IconCircleList"/>
    <dgm:cxn modelId="{F7108B5F-CA75-4A35-88E6-954AF1E06C4A}" type="presParOf" srcId="{7E6EAADE-D48C-40CE-AA03-B20C75139556}" destId="{139F7AC6-5479-4F78-91A2-2A1A088A7AD9}" srcOrd="2" destOrd="0" presId="urn:microsoft.com/office/officeart/2018/2/layout/IconCircleList"/>
    <dgm:cxn modelId="{565BE3F8-E2CC-4199-8227-7DA2216ED57D}" type="presParOf" srcId="{7E6EAADE-D48C-40CE-AA03-B20C75139556}" destId="{1ADF64B4-C248-4866-B0DB-89B22DC4A7D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A0EAB7-43C1-4880-9D72-CE7DBC3279BB}">
      <dsp:nvSpPr>
        <dsp:cNvPr id="0" name=""/>
        <dsp:cNvSpPr/>
      </dsp:nvSpPr>
      <dsp:spPr>
        <a:xfrm>
          <a:off x="994320" y="2297"/>
          <a:ext cx="3977282" cy="11901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170" tIns="302308" rIns="77170" bIns="30230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Perform duties professionally</a:t>
          </a:r>
        </a:p>
      </dsp:txBody>
      <dsp:txXfrm>
        <a:off x="994320" y="2297"/>
        <a:ext cx="3977282" cy="1190187"/>
      </dsp:txXfrm>
    </dsp:sp>
    <dsp:sp modelId="{1D237400-57C7-4E44-AD7F-9090F41B1477}">
      <dsp:nvSpPr>
        <dsp:cNvPr id="0" name=""/>
        <dsp:cNvSpPr/>
      </dsp:nvSpPr>
      <dsp:spPr>
        <a:xfrm>
          <a:off x="0" y="2297"/>
          <a:ext cx="994320" cy="11901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16" tIns="117564" rIns="52616" bIns="11756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Perform</a:t>
          </a:r>
        </a:p>
      </dsp:txBody>
      <dsp:txXfrm>
        <a:off x="0" y="2297"/>
        <a:ext cx="994320" cy="1190187"/>
      </dsp:txXfrm>
    </dsp:sp>
    <dsp:sp modelId="{CF33265A-4D80-42C3-B3E0-7EBF3198DF4E}">
      <dsp:nvSpPr>
        <dsp:cNvPr id="0" name=""/>
        <dsp:cNvSpPr/>
      </dsp:nvSpPr>
      <dsp:spPr>
        <a:xfrm>
          <a:off x="994320" y="1263896"/>
          <a:ext cx="3977282" cy="1190187"/>
        </a:xfrm>
        <a:prstGeom prst="rect">
          <a:avLst/>
        </a:prstGeom>
        <a:gradFill rotWithShape="0">
          <a:gsLst>
            <a:gs pos="0">
              <a:schemeClr val="accent2">
                <a:hueOff val="-988095"/>
                <a:satOff val="4733"/>
                <a:lumOff val="4379"/>
                <a:alphaOff val="0"/>
                <a:tint val="96000"/>
                <a:lumMod val="100000"/>
              </a:schemeClr>
            </a:gs>
            <a:gs pos="78000">
              <a:schemeClr val="accent2">
                <a:hueOff val="-988095"/>
                <a:satOff val="4733"/>
                <a:lumOff val="4379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988095"/>
              <a:satOff val="4733"/>
              <a:lumOff val="4379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170" tIns="302308" rIns="77170" bIns="30230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Follow lawful instructions</a:t>
          </a:r>
        </a:p>
      </dsp:txBody>
      <dsp:txXfrm>
        <a:off x="994320" y="1263896"/>
        <a:ext cx="3977282" cy="1190187"/>
      </dsp:txXfrm>
    </dsp:sp>
    <dsp:sp modelId="{2FF2CDFC-D61D-41D6-8C54-C24494A5ECC3}">
      <dsp:nvSpPr>
        <dsp:cNvPr id="0" name=""/>
        <dsp:cNvSpPr/>
      </dsp:nvSpPr>
      <dsp:spPr>
        <a:xfrm>
          <a:off x="0" y="1263896"/>
          <a:ext cx="994320" cy="11901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988095"/>
              <a:satOff val="4733"/>
              <a:lumOff val="437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16" tIns="117564" rIns="52616" bIns="11756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Follow</a:t>
          </a:r>
        </a:p>
      </dsp:txBody>
      <dsp:txXfrm>
        <a:off x="0" y="1263896"/>
        <a:ext cx="994320" cy="1190187"/>
      </dsp:txXfrm>
    </dsp:sp>
    <dsp:sp modelId="{CCA72540-AF49-4340-8029-851CCF345517}">
      <dsp:nvSpPr>
        <dsp:cNvPr id="0" name=""/>
        <dsp:cNvSpPr/>
      </dsp:nvSpPr>
      <dsp:spPr>
        <a:xfrm>
          <a:off x="994320" y="2525496"/>
          <a:ext cx="3977282" cy="1190187"/>
        </a:xfrm>
        <a:prstGeom prst="rect">
          <a:avLst/>
        </a:prstGeom>
        <a:gradFill rotWithShape="0">
          <a:gsLst>
            <a:gs pos="0">
              <a:schemeClr val="accent2">
                <a:hueOff val="-1976191"/>
                <a:satOff val="9467"/>
                <a:lumOff val="8758"/>
                <a:alphaOff val="0"/>
                <a:tint val="96000"/>
                <a:lumMod val="100000"/>
              </a:schemeClr>
            </a:gs>
            <a:gs pos="78000">
              <a:schemeClr val="accent2">
                <a:hueOff val="-1976191"/>
                <a:satOff val="9467"/>
                <a:lumOff val="8758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1976191"/>
              <a:satOff val="9467"/>
              <a:lumOff val="8758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170" tIns="302308" rIns="77170" bIns="30230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Act honestly and in good faith</a:t>
          </a:r>
        </a:p>
      </dsp:txBody>
      <dsp:txXfrm>
        <a:off x="994320" y="2525496"/>
        <a:ext cx="3977282" cy="1190187"/>
      </dsp:txXfrm>
    </dsp:sp>
    <dsp:sp modelId="{6201A8FC-6C8F-4801-91F0-37FCAD841516}">
      <dsp:nvSpPr>
        <dsp:cNvPr id="0" name=""/>
        <dsp:cNvSpPr/>
      </dsp:nvSpPr>
      <dsp:spPr>
        <a:xfrm>
          <a:off x="0" y="2525496"/>
          <a:ext cx="994320" cy="11901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1976191"/>
              <a:satOff val="9467"/>
              <a:lumOff val="875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16" tIns="117564" rIns="52616" bIns="11756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Act</a:t>
          </a:r>
        </a:p>
      </dsp:txBody>
      <dsp:txXfrm>
        <a:off x="0" y="2525496"/>
        <a:ext cx="994320" cy="1190187"/>
      </dsp:txXfrm>
    </dsp:sp>
    <dsp:sp modelId="{3D65FCBF-4E4E-4C8E-92CF-B12682D812B8}">
      <dsp:nvSpPr>
        <dsp:cNvPr id="0" name=""/>
        <dsp:cNvSpPr/>
      </dsp:nvSpPr>
      <dsp:spPr>
        <a:xfrm>
          <a:off x="994320" y="3787095"/>
          <a:ext cx="3977282" cy="1190187"/>
        </a:xfrm>
        <a:prstGeom prst="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2964286"/>
              <a:satOff val="14200"/>
              <a:lumOff val="13137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170" tIns="302308" rIns="77170" bIns="302308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Promote safety and teamwork</a:t>
          </a:r>
        </a:p>
      </dsp:txBody>
      <dsp:txXfrm>
        <a:off x="994320" y="3787095"/>
        <a:ext cx="3977282" cy="1190187"/>
      </dsp:txXfrm>
    </dsp:sp>
    <dsp:sp modelId="{AAB01777-1D53-40B9-89FB-51E5B30644AE}">
      <dsp:nvSpPr>
        <dsp:cNvPr id="0" name=""/>
        <dsp:cNvSpPr/>
      </dsp:nvSpPr>
      <dsp:spPr>
        <a:xfrm>
          <a:off x="0" y="3787095"/>
          <a:ext cx="994320" cy="119018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2964286"/>
              <a:satOff val="14200"/>
              <a:lumOff val="1313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616" tIns="117564" rIns="52616" bIns="117564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Promote</a:t>
          </a:r>
        </a:p>
      </dsp:txBody>
      <dsp:txXfrm>
        <a:off x="0" y="3787095"/>
        <a:ext cx="994320" cy="11901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45B61F-AE3A-4E6C-8A20-55D318F6D7F4}">
      <dsp:nvSpPr>
        <dsp:cNvPr id="0" name=""/>
        <dsp:cNvSpPr/>
      </dsp:nvSpPr>
      <dsp:spPr>
        <a:xfrm>
          <a:off x="790843" y="13111"/>
          <a:ext cx="1158458" cy="115845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DF4CDC-83E2-41E3-9173-62A41EF5B344}">
      <dsp:nvSpPr>
        <dsp:cNvPr id="0" name=""/>
        <dsp:cNvSpPr/>
      </dsp:nvSpPr>
      <dsp:spPr>
        <a:xfrm>
          <a:off x="1037728" y="259995"/>
          <a:ext cx="664689" cy="6646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FD56EC-1ED9-4EA9-A3D5-6EFDEC3B8B5E}">
      <dsp:nvSpPr>
        <dsp:cNvPr id="0" name=""/>
        <dsp:cNvSpPr/>
      </dsp:nvSpPr>
      <dsp:spPr>
        <a:xfrm>
          <a:off x="420516" y="1532401"/>
          <a:ext cx="18991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Full-time employment</a:t>
          </a:r>
        </a:p>
      </dsp:txBody>
      <dsp:txXfrm>
        <a:off x="420516" y="1532401"/>
        <a:ext cx="1899112" cy="720000"/>
      </dsp:txXfrm>
    </dsp:sp>
    <dsp:sp modelId="{1537F5E6-7F60-43C3-8215-1E0D463C4991}">
      <dsp:nvSpPr>
        <dsp:cNvPr id="0" name=""/>
        <dsp:cNvSpPr/>
      </dsp:nvSpPr>
      <dsp:spPr>
        <a:xfrm>
          <a:off x="3022300" y="13111"/>
          <a:ext cx="1158458" cy="115845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13836E-9E16-4F22-B6D3-341832617FAA}">
      <dsp:nvSpPr>
        <dsp:cNvPr id="0" name=""/>
        <dsp:cNvSpPr/>
      </dsp:nvSpPr>
      <dsp:spPr>
        <a:xfrm>
          <a:off x="3269185" y="259995"/>
          <a:ext cx="664689" cy="6646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989790-EEB0-49C7-8E4C-138485314D7D}">
      <dsp:nvSpPr>
        <dsp:cNvPr id="0" name=""/>
        <dsp:cNvSpPr/>
      </dsp:nvSpPr>
      <dsp:spPr>
        <a:xfrm>
          <a:off x="2651973" y="1532401"/>
          <a:ext cx="18991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Part-time employment</a:t>
          </a:r>
        </a:p>
      </dsp:txBody>
      <dsp:txXfrm>
        <a:off x="2651973" y="1532401"/>
        <a:ext cx="1899112" cy="720000"/>
      </dsp:txXfrm>
    </dsp:sp>
    <dsp:sp modelId="{56D2D78B-8662-468B-B8FA-B21F8C32CB1D}">
      <dsp:nvSpPr>
        <dsp:cNvPr id="0" name=""/>
        <dsp:cNvSpPr/>
      </dsp:nvSpPr>
      <dsp:spPr>
        <a:xfrm>
          <a:off x="790843" y="2727179"/>
          <a:ext cx="1158458" cy="115845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8BC27F-1815-429C-9F5D-071B4ABF4DB4}">
      <dsp:nvSpPr>
        <dsp:cNvPr id="0" name=""/>
        <dsp:cNvSpPr/>
      </dsp:nvSpPr>
      <dsp:spPr>
        <a:xfrm>
          <a:off x="1037728" y="2974064"/>
          <a:ext cx="664689" cy="6646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2D8AE9-FC82-4241-A852-7090C00883C3}">
      <dsp:nvSpPr>
        <dsp:cNvPr id="0" name=""/>
        <dsp:cNvSpPr/>
      </dsp:nvSpPr>
      <dsp:spPr>
        <a:xfrm>
          <a:off x="420516" y="4246469"/>
          <a:ext cx="18991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Fixed-term employment</a:t>
          </a:r>
        </a:p>
      </dsp:txBody>
      <dsp:txXfrm>
        <a:off x="420516" y="4246469"/>
        <a:ext cx="1899112" cy="720000"/>
      </dsp:txXfrm>
    </dsp:sp>
    <dsp:sp modelId="{8FE21BB3-DD11-487E-BD7F-99FBD5711899}">
      <dsp:nvSpPr>
        <dsp:cNvPr id="0" name=""/>
        <dsp:cNvSpPr/>
      </dsp:nvSpPr>
      <dsp:spPr>
        <a:xfrm>
          <a:off x="3022300" y="2727179"/>
          <a:ext cx="1158458" cy="115845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AAC634-229F-486B-90DC-4D51A05CC94A}">
      <dsp:nvSpPr>
        <dsp:cNvPr id="0" name=""/>
        <dsp:cNvSpPr/>
      </dsp:nvSpPr>
      <dsp:spPr>
        <a:xfrm>
          <a:off x="3269185" y="2974064"/>
          <a:ext cx="664689" cy="6646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41342A-1194-43F4-A8C7-D014F5870BCF}">
      <dsp:nvSpPr>
        <dsp:cNvPr id="0" name=""/>
        <dsp:cNvSpPr/>
      </dsp:nvSpPr>
      <dsp:spPr>
        <a:xfrm>
          <a:off x="2651973" y="4246469"/>
          <a:ext cx="18991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Casual employment</a:t>
          </a:r>
        </a:p>
      </dsp:txBody>
      <dsp:txXfrm>
        <a:off x="2651973" y="4246469"/>
        <a:ext cx="1899112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E77F6-B8A4-4757-93D1-26906EB987CA}">
      <dsp:nvSpPr>
        <dsp:cNvPr id="0" name=""/>
        <dsp:cNvSpPr/>
      </dsp:nvSpPr>
      <dsp:spPr>
        <a:xfrm>
          <a:off x="0" y="2066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6664DD-CFE9-403A-8214-3366E65E2BEF}">
      <dsp:nvSpPr>
        <dsp:cNvPr id="0" name=""/>
        <dsp:cNvSpPr/>
      </dsp:nvSpPr>
      <dsp:spPr>
        <a:xfrm>
          <a:off x="316857" y="237745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DBC0B4-476C-431C-B837-B5BB8C128765}">
      <dsp:nvSpPr>
        <dsp:cNvPr id="0" name=""/>
        <dsp:cNvSpPr/>
      </dsp:nvSpPr>
      <dsp:spPr>
        <a:xfrm>
          <a:off x="1209819" y="2066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Organise files and tools</a:t>
          </a:r>
        </a:p>
      </dsp:txBody>
      <dsp:txXfrm>
        <a:off x="1209819" y="2066"/>
        <a:ext cx="3761783" cy="1047462"/>
      </dsp:txXfrm>
    </dsp:sp>
    <dsp:sp modelId="{7825F6A5-6A3D-43A9-AD4C-2902126FB71D}">
      <dsp:nvSpPr>
        <dsp:cNvPr id="0" name=""/>
        <dsp:cNvSpPr/>
      </dsp:nvSpPr>
      <dsp:spPr>
        <a:xfrm>
          <a:off x="0" y="1311395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FFC0C8-1483-4F10-942B-A203B26249C9}">
      <dsp:nvSpPr>
        <dsp:cNvPr id="0" name=""/>
        <dsp:cNvSpPr/>
      </dsp:nvSpPr>
      <dsp:spPr>
        <a:xfrm>
          <a:off x="316857" y="1547074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03591D-14F8-4D2B-B905-28023FF0C342}">
      <dsp:nvSpPr>
        <dsp:cNvPr id="0" name=""/>
        <dsp:cNvSpPr/>
      </dsp:nvSpPr>
      <dsp:spPr>
        <a:xfrm>
          <a:off x="1209819" y="1311395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 labels and filing systems</a:t>
          </a:r>
        </a:p>
      </dsp:txBody>
      <dsp:txXfrm>
        <a:off x="1209819" y="1311395"/>
        <a:ext cx="3761783" cy="1047462"/>
      </dsp:txXfrm>
    </dsp:sp>
    <dsp:sp modelId="{A558D1C1-9238-41AB-A702-294A395169BA}">
      <dsp:nvSpPr>
        <dsp:cNvPr id="0" name=""/>
        <dsp:cNvSpPr/>
      </dsp:nvSpPr>
      <dsp:spPr>
        <a:xfrm>
          <a:off x="0" y="2620723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A52A4C-1B77-4096-A8C3-D7874174EB57}">
      <dsp:nvSpPr>
        <dsp:cNvPr id="0" name=""/>
        <dsp:cNvSpPr/>
      </dsp:nvSpPr>
      <dsp:spPr>
        <a:xfrm>
          <a:off x="316857" y="2856402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373C0-29B5-4695-BC98-209F7A54BB27}">
      <dsp:nvSpPr>
        <dsp:cNvPr id="0" name=""/>
        <dsp:cNvSpPr/>
      </dsp:nvSpPr>
      <dsp:spPr>
        <a:xfrm>
          <a:off x="1209819" y="2620723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Maintain a clean workspace</a:t>
          </a:r>
        </a:p>
      </dsp:txBody>
      <dsp:txXfrm>
        <a:off x="1209819" y="2620723"/>
        <a:ext cx="3761783" cy="1047462"/>
      </dsp:txXfrm>
    </dsp:sp>
    <dsp:sp modelId="{0B443A67-F396-4338-8209-7F6B33ED1B07}">
      <dsp:nvSpPr>
        <dsp:cNvPr id="0" name=""/>
        <dsp:cNvSpPr/>
      </dsp:nvSpPr>
      <dsp:spPr>
        <a:xfrm>
          <a:off x="0" y="3930051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2ED8A0-7621-4322-A927-F022F41C61DE}">
      <dsp:nvSpPr>
        <dsp:cNvPr id="0" name=""/>
        <dsp:cNvSpPr/>
      </dsp:nvSpPr>
      <dsp:spPr>
        <a:xfrm>
          <a:off x="316857" y="4165730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A4E5E-A5A9-462D-9FFA-BB9CB2FACAE3}">
      <dsp:nvSpPr>
        <dsp:cNvPr id="0" name=""/>
        <dsp:cNvSpPr/>
      </dsp:nvSpPr>
      <dsp:spPr>
        <a:xfrm>
          <a:off x="1209819" y="3930051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Implement workplace procedures</a:t>
          </a:r>
        </a:p>
      </dsp:txBody>
      <dsp:txXfrm>
        <a:off x="1209819" y="3930051"/>
        <a:ext cx="3761783" cy="10474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2109C0-4231-4D1D-9351-1603F13321A5}">
      <dsp:nvSpPr>
        <dsp:cNvPr id="0" name=""/>
        <dsp:cNvSpPr/>
      </dsp:nvSpPr>
      <dsp:spPr>
        <a:xfrm>
          <a:off x="0" y="1698"/>
          <a:ext cx="7213600" cy="8610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296E12-3330-4FEC-BC7A-866682BB054A}">
      <dsp:nvSpPr>
        <dsp:cNvPr id="0" name=""/>
        <dsp:cNvSpPr/>
      </dsp:nvSpPr>
      <dsp:spPr>
        <a:xfrm>
          <a:off x="260473" y="195439"/>
          <a:ext cx="473588" cy="4735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778DDE-1C4A-4995-BFCD-CC5AB9E6583C}">
      <dsp:nvSpPr>
        <dsp:cNvPr id="0" name=""/>
        <dsp:cNvSpPr/>
      </dsp:nvSpPr>
      <dsp:spPr>
        <a:xfrm>
          <a:off x="994536" y="1698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Quality of work</a:t>
          </a:r>
        </a:p>
      </dsp:txBody>
      <dsp:txXfrm>
        <a:off x="994536" y="1698"/>
        <a:ext cx="6219063" cy="861070"/>
      </dsp:txXfrm>
    </dsp:sp>
    <dsp:sp modelId="{9E80E745-3719-43E4-8F51-91F372424AF4}">
      <dsp:nvSpPr>
        <dsp:cNvPr id="0" name=""/>
        <dsp:cNvSpPr/>
      </dsp:nvSpPr>
      <dsp:spPr>
        <a:xfrm>
          <a:off x="0" y="1078036"/>
          <a:ext cx="7213600" cy="8610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CDBA9E-C8ED-49B8-A6E6-2DC62D9B7A71}">
      <dsp:nvSpPr>
        <dsp:cNvPr id="0" name=""/>
        <dsp:cNvSpPr/>
      </dsp:nvSpPr>
      <dsp:spPr>
        <a:xfrm>
          <a:off x="260473" y="1271777"/>
          <a:ext cx="473588" cy="4735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83241F-308A-4D68-9466-0541B399ADF2}">
      <dsp:nvSpPr>
        <dsp:cNvPr id="0" name=""/>
        <dsp:cNvSpPr/>
      </dsp:nvSpPr>
      <dsp:spPr>
        <a:xfrm>
          <a:off x="994536" y="1078036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Speed and efficiency</a:t>
          </a:r>
        </a:p>
      </dsp:txBody>
      <dsp:txXfrm>
        <a:off x="994536" y="1078036"/>
        <a:ext cx="6219063" cy="861070"/>
      </dsp:txXfrm>
    </dsp:sp>
    <dsp:sp modelId="{8DA11426-488B-4EDF-A287-78FA174AE42C}">
      <dsp:nvSpPr>
        <dsp:cNvPr id="0" name=""/>
        <dsp:cNvSpPr/>
      </dsp:nvSpPr>
      <dsp:spPr>
        <a:xfrm>
          <a:off x="0" y="2154374"/>
          <a:ext cx="7213600" cy="8610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FF6E0B-17CC-463B-BB5B-CABB3F270417}">
      <dsp:nvSpPr>
        <dsp:cNvPr id="0" name=""/>
        <dsp:cNvSpPr/>
      </dsp:nvSpPr>
      <dsp:spPr>
        <a:xfrm>
          <a:off x="260473" y="2348115"/>
          <a:ext cx="473588" cy="4735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E97F2C-382A-45AD-9B2E-5F5C2F4EC891}">
      <dsp:nvSpPr>
        <dsp:cNvPr id="0" name=""/>
        <dsp:cNvSpPr/>
      </dsp:nvSpPr>
      <dsp:spPr>
        <a:xfrm>
          <a:off x="994536" y="2154374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Consistency and trust</a:t>
          </a:r>
        </a:p>
      </dsp:txBody>
      <dsp:txXfrm>
        <a:off x="994536" y="2154374"/>
        <a:ext cx="6219063" cy="861070"/>
      </dsp:txXfrm>
    </dsp:sp>
    <dsp:sp modelId="{B967B898-5171-4D0A-88AA-C5001770B46F}">
      <dsp:nvSpPr>
        <dsp:cNvPr id="0" name=""/>
        <dsp:cNvSpPr/>
      </dsp:nvSpPr>
      <dsp:spPr>
        <a:xfrm>
          <a:off x="0" y="3230712"/>
          <a:ext cx="7213600" cy="8610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2C28BA-C3F1-4E7F-ACD9-8E667A02066A}">
      <dsp:nvSpPr>
        <dsp:cNvPr id="0" name=""/>
        <dsp:cNvSpPr/>
      </dsp:nvSpPr>
      <dsp:spPr>
        <a:xfrm>
          <a:off x="260473" y="3424453"/>
          <a:ext cx="473588" cy="4735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6EC90-3BF3-4793-B4D7-0EBBA92DC998}">
      <dsp:nvSpPr>
        <dsp:cNvPr id="0" name=""/>
        <dsp:cNvSpPr/>
      </dsp:nvSpPr>
      <dsp:spPr>
        <a:xfrm>
          <a:off x="994536" y="3230712"/>
          <a:ext cx="6219063" cy="861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130" tIns="91130" rIns="91130" bIns="911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Meeting goals and deadlines</a:t>
          </a:r>
        </a:p>
      </dsp:txBody>
      <dsp:txXfrm>
        <a:off x="994536" y="3230712"/>
        <a:ext cx="6219063" cy="8610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B11953-4D6C-4FA4-AFE0-2A864006173B}">
      <dsp:nvSpPr>
        <dsp:cNvPr id="0" name=""/>
        <dsp:cNvSpPr/>
      </dsp:nvSpPr>
      <dsp:spPr>
        <a:xfrm>
          <a:off x="0" y="3890"/>
          <a:ext cx="4971603" cy="8286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027780-FE26-40BE-A281-A5DE3200F1FB}">
      <dsp:nvSpPr>
        <dsp:cNvPr id="0" name=""/>
        <dsp:cNvSpPr/>
      </dsp:nvSpPr>
      <dsp:spPr>
        <a:xfrm>
          <a:off x="250661" y="190332"/>
          <a:ext cx="455748" cy="4557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07FD18-3EE4-45DA-B912-95FB12072F3A}">
      <dsp:nvSpPr>
        <dsp:cNvPr id="0" name=""/>
        <dsp:cNvSpPr/>
      </dsp:nvSpPr>
      <dsp:spPr>
        <a:xfrm>
          <a:off x="957071" y="3890"/>
          <a:ext cx="4014531" cy="828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97" tIns="87697" rIns="87697" bIns="8769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Specific</a:t>
          </a:r>
        </a:p>
      </dsp:txBody>
      <dsp:txXfrm>
        <a:off x="957071" y="3890"/>
        <a:ext cx="4014531" cy="828633"/>
      </dsp:txXfrm>
    </dsp:sp>
    <dsp:sp modelId="{F8206D5E-4AA1-4DFF-A8BC-62D2CC671DB8}">
      <dsp:nvSpPr>
        <dsp:cNvPr id="0" name=""/>
        <dsp:cNvSpPr/>
      </dsp:nvSpPr>
      <dsp:spPr>
        <a:xfrm>
          <a:off x="0" y="1039682"/>
          <a:ext cx="4971603" cy="8286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E97FBE-88D2-46C9-B1EF-E6A0B7F0441C}">
      <dsp:nvSpPr>
        <dsp:cNvPr id="0" name=""/>
        <dsp:cNvSpPr/>
      </dsp:nvSpPr>
      <dsp:spPr>
        <a:xfrm>
          <a:off x="250661" y="1226124"/>
          <a:ext cx="455748" cy="4557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2297FD-499B-49BD-8299-FF2F16D2530C}">
      <dsp:nvSpPr>
        <dsp:cNvPr id="0" name=""/>
        <dsp:cNvSpPr/>
      </dsp:nvSpPr>
      <dsp:spPr>
        <a:xfrm>
          <a:off x="957071" y="1039682"/>
          <a:ext cx="4014531" cy="828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97" tIns="87697" rIns="87697" bIns="8769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Measurable</a:t>
          </a:r>
        </a:p>
      </dsp:txBody>
      <dsp:txXfrm>
        <a:off x="957071" y="1039682"/>
        <a:ext cx="4014531" cy="828633"/>
      </dsp:txXfrm>
    </dsp:sp>
    <dsp:sp modelId="{E912C356-0583-4A3F-A791-A1DCC305FCBF}">
      <dsp:nvSpPr>
        <dsp:cNvPr id="0" name=""/>
        <dsp:cNvSpPr/>
      </dsp:nvSpPr>
      <dsp:spPr>
        <a:xfrm>
          <a:off x="0" y="2075473"/>
          <a:ext cx="4971603" cy="8286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2B2473-2628-4C1F-BB62-C95D7711704F}">
      <dsp:nvSpPr>
        <dsp:cNvPr id="0" name=""/>
        <dsp:cNvSpPr/>
      </dsp:nvSpPr>
      <dsp:spPr>
        <a:xfrm>
          <a:off x="250661" y="2261916"/>
          <a:ext cx="455748" cy="4557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B09ADB-394B-4EAB-8AEA-5D4A2A2A3F55}">
      <dsp:nvSpPr>
        <dsp:cNvPr id="0" name=""/>
        <dsp:cNvSpPr/>
      </dsp:nvSpPr>
      <dsp:spPr>
        <a:xfrm>
          <a:off x="957071" y="2075473"/>
          <a:ext cx="4014531" cy="828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97" tIns="87697" rIns="87697" bIns="8769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Attainable</a:t>
          </a:r>
        </a:p>
      </dsp:txBody>
      <dsp:txXfrm>
        <a:off x="957071" y="2075473"/>
        <a:ext cx="4014531" cy="828633"/>
      </dsp:txXfrm>
    </dsp:sp>
    <dsp:sp modelId="{56BC2F60-C321-4285-9A6C-14A3AF7AABD1}">
      <dsp:nvSpPr>
        <dsp:cNvPr id="0" name=""/>
        <dsp:cNvSpPr/>
      </dsp:nvSpPr>
      <dsp:spPr>
        <a:xfrm>
          <a:off x="0" y="3111265"/>
          <a:ext cx="4971603" cy="8286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589757-5C84-4D07-A9D7-493C887E4737}">
      <dsp:nvSpPr>
        <dsp:cNvPr id="0" name=""/>
        <dsp:cNvSpPr/>
      </dsp:nvSpPr>
      <dsp:spPr>
        <a:xfrm>
          <a:off x="250661" y="3297708"/>
          <a:ext cx="455748" cy="4557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9227AA-573A-4181-923F-07473B3E010E}">
      <dsp:nvSpPr>
        <dsp:cNvPr id="0" name=""/>
        <dsp:cNvSpPr/>
      </dsp:nvSpPr>
      <dsp:spPr>
        <a:xfrm>
          <a:off x="957071" y="3111265"/>
          <a:ext cx="4014531" cy="828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97" tIns="87697" rIns="87697" bIns="8769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Relevant</a:t>
          </a:r>
        </a:p>
      </dsp:txBody>
      <dsp:txXfrm>
        <a:off x="957071" y="3111265"/>
        <a:ext cx="4014531" cy="828633"/>
      </dsp:txXfrm>
    </dsp:sp>
    <dsp:sp modelId="{3964C532-B63C-426A-846F-441DCD3AF810}">
      <dsp:nvSpPr>
        <dsp:cNvPr id="0" name=""/>
        <dsp:cNvSpPr/>
      </dsp:nvSpPr>
      <dsp:spPr>
        <a:xfrm>
          <a:off x="0" y="4147057"/>
          <a:ext cx="4971603" cy="8286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F37324-3F1F-4B14-A0B0-912FAF51BA93}">
      <dsp:nvSpPr>
        <dsp:cNvPr id="0" name=""/>
        <dsp:cNvSpPr/>
      </dsp:nvSpPr>
      <dsp:spPr>
        <a:xfrm>
          <a:off x="250661" y="4333499"/>
          <a:ext cx="455748" cy="4557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7BF79F-4116-447E-8701-97D1762F331C}">
      <dsp:nvSpPr>
        <dsp:cNvPr id="0" name=""/>
        <dsp:cNvSpPr/>
      </dsp:nvSpPr>
      <dsp:spPr>
        <a:xfrm>
          <a:off x="957071" y="4147057"/>
          <a:ext cx="4014531" cy="828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97" tIns="87697" rIns="87697" bIns="8769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Time-bound</a:t>
          </a:r>
        </a:p>
      </dsp:txBody>
      <dsp:txXfrm>
        <a:off x="957071" y="4147057"/>
        <a:ext cx="4014531" cy="82863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26B0AA-70A1-4BDD-B8F4-21A41E6AEFD9}">
      <dsp:nvSpPr>
        <dsp:cNvPr id="0" name=""/>
        <dsp:cNvSpPr/>
      </dsp:nvSpPr>
      <dsp:spPr>
        <a:xfrm>
          <a:off x="790843" y="13111"/>
          <a:ext cx="1158458" cy="115845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D554FA-28DE-404F-A78D-BE95CD347BEB}">
      <dsp:nvSpPr>
        <dsp:cNvPr id="0" name=""/>
        <dsp:cNvSpPr/>
      </dsp:nvSpPr>
      <dsp:spPr>
        <a:xfrm>
          <a:off x="1037728" y="259995"/>
          <a:ext cx="664689" cy="6646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EC24DE-A343-4FAB-8BF2-6906F384CF0A}">
      <dsp:nvSpPr>
        <dsp:cNvPr id="0" name=""/>
        <dsp:cNvSpPr/>
      </dsp:nvSpPr>
      <dsp:spPr>
        <a:xfrm>
          <a:off x="420516" y="1532401"/>
          <a:ext cx="18991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Integrity and honesty</a:t>
          </a:r>
        </a:p>
      </dsp:txBody>
      <dsp:txXfrm>
        <a:off x="420516" y="1532401"/>
        <a:ext cx="1899112" cy="720000"/>
      </dsp:txXfrm>
    </dsp:sp>
    <dsp:sp modelId="{A38AAB16-7539-4BD3-8BCC-6F3874C4930D}">
      <dsp:nvSpPr>
        <dsp:cNvPr id="0" name=""/>
        <dsp:cNvSpPr/>
      </dsp:nvSpPr>
      <dsp:spPr>
        <a:xfrm>
          <a:off x="3022300" y="13111"/>
          <a:ext cx="1158458" cy="115845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9A656-281E-42BA-A2D5-2FFDAEA604D9}">
      <dsp:nvSpPr>
        <dsp:cNvPr id="0" name=""/>
        <dsp:cNvSpPr/>
      </dsp:nvSpPr>
      <dsp:spPr>
        <a:xfrm>
          <a:off x="3269185" y="259995"/>
          <a:ext cx="664689" cy="6646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AC061F-827D-4FDC-8DA6-9EAE2C68827A}">
      <dsp:nvSpPr>
        <dsp:cNvPr id="0" name=""/>
        <dsp:cNvSpPr/>
      </dsp:nvSpPr>
      <dsp:spPr>
        <a:xfrm>
          <a:off x="2651973" y="1532401"/>
          <a:ext cx="18991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Respect and accountability</a:t>
          </a:r>
        </a:p>
      </dsp:txBody>
      <dsp:txXfrm>
        <a:off x="2651973" y="1532401"/>
        <a:ext cx="1899112" cy="720000"/>
      </dsp:txXfrm>
    </dsp:sp>
    <dsp:sp modelId="{7CB0C530-F468-4018-A645-5605F17F3E1C}">
      <dsp:nvSpPr>
        <dsp:cNvPr id="0" name=""/>
        <dsp:cNvSpPr/>
      </dsp:nvSpPr>
      <dsp:spPr>
        <a:xfrm>
          <a:off x="790843" y="2727179"/>
          <a:ext cx="1158458" cy="115845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6B7105-A095-45F7-9287-0C3C237468FA}">
      <dsp:nvSpPr>
        <dsp:cNvPr id="0" name=""/>
        <dsp:cNvSpPr/>
      </dsp:nvSpPr>
      <dsp:spPr>
        <a:xfrm>
          <a:off x="1037728" y="2974064"/>
          <a:ext cx="664689" cy="6646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C1E724-3DB7-459D-AA96-A770537E47ED}">
      <dsp:nvSpPr>
        <dsp:cNvPr id="0" name=""/>
        <dsp:cNvSpPr/>
      </dsp:nvSpPr>
      <dsp:spPr>
        <a:xfrm>
          <a:off x="420516" y="4246469"/>
          <a:ext cx="18991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Professional conduct</a:t>
          </a:r>
        </a:p>
      </dsp:txBody>
      <dsp:txXfrm>
        <a:off x="420516" y="4246469"/>
        <a:ext cx="1899112" cy="720000"/>
      </dsp:txXfrm>
    </dsp:sp>
    <dsp:sp modelId="{193D2D02-0591-4EAA-8FD7-69B40F64E6D1}">
      <dsp:nvSpPr>
        <dsp:cNvPr id="0" name=""/>
        <dsp:cNvSpPr/>
      </dsp:nvSpPr>
      <dsp:spPr>
        <a:xfrm>
          <a:off x="3022300" y="2727179"/>
          <a:ext cx="1158458" cy="115845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AD2C64-94C2-406E-8E85-554BAC747D55}">
      <dsp:nvSpPr>
        <dsp:cNvPr id="0" name=""/>
        <dsp:cNvSpPr/>
      </dsp:nvSpPr>
      <dsp:spPr>
        <a:xfrm>
          <a:off x="3269185" y="2974064"/>
          <a:ext cx="664689" cy="6646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3927B6-5103-4507-B2A8-C072C837C15F}">
      <dsp:nvSpPr>
        <dsp:cNvPr id="0" name=""/>
        <dsp:cNvSpPr/>
      </dsp:nvSpPr>
      <dsp:spPr>
        <a:xfrm>
          <a:off x="2651973" y="4246469"/>
          <a:ext cx="18991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Confidentiality</a:t>
          </a:r>
        </a:p>
      </dsp:txBody>
      <dsp:txXfrm>
        <a:off x="2651973" y="4246469"/>
        <a:ext cx="1899112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238EC-D132-4FFA-A907-698C4ECC1A1C}">
      <dsp:nvSpPr>
        <dsp:cNvPr id="0" name=""/>
        <dsp:cNvSpPr/>
      </dsp:nvSpPr>
      <dsp:spPr>
        <a:xfrm>
          <a:off x="0" y="2066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DD5AC5-B7A8-42E6-B6D0-64A3684814BC}">
      <dsp:nvSpPr>
        <dsp:cNvPr id="0" name=""/>
        <dsp:cNvSpPr/>
      </dsp:nvSpPr>
      <dsp:spPr>
        <a:xfrm>
          <a:off x="316857" y="237745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B6439F-BCB3-4553-B415-9F2BA7D417E7}">
      <dsp:nvSpPr>
        <dsp:cNvPr id="0" name=""/>
        <dsp:cNvSpPr/>
      </dsp:nvSpPr>
      <dsp:spPr>
        <a:xfrm>
          <a:off x="1209819" y="2066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Hybrid and remote work</a:t>
          </a:r>
        </a:p>
      </dsp:txBody>
      <dsp:txXfrm>
        <a:off x="1209819" y="2066"/>
        <a:ext cx="3761783" cy="1047462"/>
      </dsp:txXfrm>
    </dsp:sp>
    <dsp:sp modelId="{C6202F08-5064-4326-B0C6-1174DCFA970D}">
      <dsp:nvSpPr>
        <dsp:cNvPr id="0" name=""/>
        <dsp:cNvSpPr/>
      </dsp:nvSpPr>
      <dsp:spPr>
        <a:xfrm>
          <a:off x="0" y="1311395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DB34B2-CE1E-4EF5-BE5F-581B5DBBC673}">
      <dsp:nvSpPr>
        <dsp:cNvPr id="0" name=""/>
        <dsp:cNvSpPr/>
      </dsp:nvSpPr>
      <dsp:spPr>
        <a:xfrm>
          <a:off x="316857" y="1547074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A0523A-77E5-47A9-A75F-1B39817A23B3}">
      <dsp:nvSpPr>
        <dsp:cNvPr id="0" name=""/>
        <dsp:cNvSpPr/>
      </dsp:nvSpPr>
      <dsp:spPr>
        <a:xfrm>
          <a:off x="1209819" y="1311395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Digital communication tools</a:t>
          </a:r>
        </a:p>
      </dsp:txBody>
      <dsp:txXfrm>
        <a:off x="1209819" y="1311395"/>
        <a:ext cx="3761783" cy="1047462"/>
      </dsp:txXfrm>
    </dsp:sp>
    <dsp:sp modelId="{818C5B13-64E6-4E0F-9AA4-FE4894E44D16}">
      <dsp:nvSpPr>
        <dsp:cNvPr id="0" name=""/>
        <dsp:cNvSpPr/>
      </dsp:nvSpPr>
      <dsp:spPr>
        <a:xfrm>
          <a:off x="0" y="2620723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EC8FB4-F557-42AC-B5B9-0C9C1C69F03D}">
      <dsp:nvSpPr>
        <dsp:cNvPr id="0" name=""/>
        <dsp:cNvSpPr/>
      </dsp:nvSpPr>
      <dsp:spPr>
        <a:xfrm>
          <a:off x="316857" y="2856402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DE69B9-F39C-4B6A-8110-E715A57C5124}">
      <dsp:nvSpPr>
        <dsp:cNvPr id="0" name=""/>
        <dsp:cNvSpPr/>
      </dsp:nvSpPr>
      <dsp:spPr>
        <a:xfrm>
          <a:off x="1209819" y="2620723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Continuous learning</a:t>
          </a:r>
        </a:p>
      </dsp:txBody>
      <dsp:txXfrm>
        <a:off x="1209819" y="2620723"/>
        <a:ext cx="3761783" cy="1047462"/>
      </dsp:txXfrm>
    </dsp:sp>
    <dsp:sp modelId="{DCAD5406-889F-46BF-8FD3-DFD410ACB757}">
      <dsp:nvSpPr>
        <dsp:cNvPr id="0" name=""/>
        <dsp:cNvSpPr/>
      </dsp:nvSpPr>
      <dsp:spPr>
        <a:xfrm>
          <a:off x="0" y="3930051"/>
          <a:ext cx="4971603" cy="104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91B2B9-3071-438A-97F9-730FCD27D9F8}">
      <dsp:nvSpPr>
        <dsp:cNvPr id="0" name=""/>
        <dsp:cNvSpPr/>
      </dsp:nvSpPr>
      <dsp:spPr>
        <a:xfrm>
          <a:off x="316857" y="4165730"/>
          <a:ext cx="576104" cy="57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FE2F21-8C68-4EC6-AD36-F47E54CB5D8B}">
      <dsp:nvSpPr>
        <dsp:cNvPr id="0" name=""/>
        <dsp:cNvSpPr/>
      </dsp:nvSpPr>
      <dsp:spPr>
        <a:xfrm>
          <a:off x="1209819" y="3930051"/>
          <a:ext cx="3761783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Employee wellbeing focus</a:t>
          </a:r>
        </a:p>
      </dsp:txBody>
      <dsp:txXfrm>
        <a:off x="1209819" y="3930051"/>
        <a:ext cx="3761783" cy="10474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BF7205-8718-4DEC-82C8-0AF522884A8A}">
      <dsp:nvSpPr>
        <dsp:cNvPr id="0" name=""/>
        <dsp:cNvSpPr/>
      </dsp:nvSpPr>
      <dsp:spPr>
        <a:xfrm>
          <a:off x="153560" y="784462"/>
          <a:ext cx="914333" cy="9143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7210B9-C95A-4AEB-9BDB-BC1DC8250390}">
      <dsp:nvSpPr>
        <dsp:cNvPr id="0" name=""/>
        <dsp:cNvSpPr/>
      </dsp:nvSpPr>
      <dsp:spPr>
        <a:xfrm>
          <a:off x="345570" y="976471"/>
          <a:ext cx="530313" cy="5303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A1BE93-7DC1-4821-9153-1C1A77492775}">
      <dsp:nvSpPr>
        <dsp:cNvPr id="0" name=""/>
        <dsp:cNvSpPr/>
      </dsp:nvSpPr>
      <dsp:spPr>
        <a:xfrm>
          <a:off x="1263821" y="784462"/>
          <a:ext cx="2155213" cy="914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Identify positive workplace practices</a:t>
          </a:r>
        </a:p>
      </dsp:txBody>
      <dsp:txXfrm>
        <a:off x="1263821" y="784462"/>
        <a:ext cx="2155213" cy="914333"/>
      </dsp:txXfrm>
    </dsp:sp>
    <dsp:sp modelId="{FB67D998-814B-431A-B910-3B149C812725}">
      <dsp:nvSpPr>
        <dsp:cNvPr id="0" name=""/>
        <dsp:cNvSpPr/>
      </dsp:nvSpPr>
      <dsp:spPr>
        <a:xfrm>
          <a:off x="3794564" y="784462"/>
          <a:ext cx="914333" cy="9143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BEA768-4AEB-468F-A360-0D71021BDB43}">
      <dsp:nvSpPr>
        <dsp:cNvPr id="0" name=""/>
        <dsp:cNvSpPr/>
      </dsp:nvSpPr>
      <dsp:spPr>
        <a:xfrm>
          <a:off x="3986574" y="976471"/>
          <a:ext cx="530313" cy="5303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113A8E-2B41-4473-8C2D-D3A4F0E20EE3}">
      <dsp:nvSpPr>
        <dsp:cNvPr id="0" name=""/>
        <dsp:cNvSpPr/>
      </dsp:nvSpPr>
      <dsp:spPr>
        <a:xfrm>
          <a:off x="4904826" y="784462"/>
          <a:ext cx="2155213" cy="914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Discuss employer and employee responsibilities</a:t>
          </a:r>
        </a:p>
      </dsp:txBody>
      <dsp:txXfrm>
        <a:off x="4904826" y="784462"/>
        <a:ext cx="2155213" cy="914333"/>
      </dsp:txXfrm>
    </dsp:sp>
    <dsp:sp modelId="{DFA8B4B0-0B63-4881-A882-FA182F8ACA83}">
      <dsp:nvSpPr>
        <dsp:cNvPr id="0" name=""/>
        <dsp:cNvSpPr/>
      </dsp:nvSpPr>
      <dsp:spPr>
        <a:xfrm>
          <a:off x="153560" y="2394686"/>
          <a:ext cx="914333" cy="91433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9A9993-E66B-4C31-8077-94A72FCACF12}">
      <dsp:nvSpPr>
        <dsp:cNvPr id="0" name=""/>
        <dsp:cNvSpPr/>
      </dsp:nvSpPr>
      <dsp:spPr>
        <a:xfrm>
          <a:off x="345570" y="2586696"/>
          <a:ext cx="530313" cy="5303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A19A31-C23E-4E55-AE19-930FD63EA7D8}">
      <dsp:nvSpPr>
        <dsp:cNvPr id="0" name=""/>
        <dsp:cNvSpPr/>
      </dsp:nvSpPr>
      <dsp:spPr>
        <a:xfrm>
          <a:off x="1263821" y="2394686"/>
          <a:ext cx="2155213" cy="914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Suggest ways to improve performance</a:t>
          </a:r>
        </a:p>
      </dsp:txBody>
      <dsp:txXfrm>
        <a:off x="1263821" y="2394686"/>
        <a:ext cx="2155213" cy="914333"/>
      </dsp:txXfrm>
    </dsp:sp>
    <dsp:sp modelId="{B2F81C74-82CB-4639-8DA0-9546D132B9D8}">
      <dsp:nvSpPr>
        <dsp:cNvPr id="0" name=""/>
        <dsp:cNvSpPr/>
      </dsp:nvSpPr>
      <dsp:spPr>
        <a:xfrm>
          <a:off x="3794564" y="2394686"/>
          <a:ext cx="914333" cy="91433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ABC661-CCDF-4061-972C-99EE11D59F53}">
      <dsp:nvSpPr>
        <dsp:cNvPr id="0" name=""/>
        <dsp:cNvSpPr/>
      </dsp:nvSpPr>
      <dsp:spPr>
        <a:xfrm>
          <a:off x="3986574" y="2586696"/>
          <a:ext cx="530313" cy="5303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DF64B4-C248-4866-B0DB-89B22DC4A7D0}">
      <dsp:nvSpPr>
        <dsp:cNvPr id="0" name=""/>
        <dsp:cNvSpPr/>
      </dsp:nvSpPr>
      <dsp:spPr>
        <a:xfrm>
          <a:off x="4904826" y="2394686"/>
          <a:ext cx="2155213" cy="914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Reflect on ethical workplace behaviour</a:t>
          </a:r>
        </a:p>
      </dsp:txBody>
      <dsp:txXfrm>
        <a:off x="4904826" y="2394686"/>
        <a:ext cx="2155213" cy="9143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85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835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758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9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92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18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83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0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33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026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1378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849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8319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96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7266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95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2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D11B56F6-8351-821F-4E82-46E51F3E15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656" r="21587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5422" y="1678665"/>
            <a:ext cx="2915879" cy="2372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ZA" sz="4600"/>
              <a:t>Workplace Essential Skills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5422" y="4050833"/>
            <a:ext cx="2920080" cy="1096899"/>
          </a:xfrm>
        </p:spPr>
        <p:txBody>
          <a:bodyPr>
            <a:normAutofit/>
          </a:bodyPr>
          <a:lstStyle/>
          <a:p>
            <a:r>
              <a:t>QCTO Skills Programme: SP-211009</a:t>
            </a:r>
          </a:p>
          <a:p>
            <a:r>
              <a:t>Ndzalama Training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33484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468234" y="3681413"/>
            <a:ext cx="357266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61926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400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068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694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4568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8223" y="-8467"/>
            <a:ext cx="4495777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6292" y="609600"/>
            <a:ext cx="3384742" cy="2227730"/>
          </a:xfrm>
        </p:spPr>
        <p:txBody>
          <a:bodyPr anchor="ctr">
            <a:normAutofit/>
          </a:bodyPr>
          <a:lstStyle/>
          <a:p>
            <a:r>
              <a:rPr lang="en-ZA">
                <a:solidFill>
                  <a:srgbClr val="FFFFFF"/>
                </a:solidFill>
              </a:rPr>
              <a:t>Learning Outcomes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A8E160-D0B8-A8E6-DC5F-92E612723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38" y="2247719"/>
            <a:ext cx="2892580" cy="245146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6293" y="2837329"/>
            <a:ext cx="3384741" cy="331793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700">
                <a:solidFill>
                  <a:srgbClr val="FFFFFF"/>
                </a:solidFill>
              </a:rPr>
              <a:t>Understand workplace environments and responsibilities</a:t>
            </a:r>
          </a:p>
          <a:p>
            <a:pPr>
              <a:lnSpc>
                <a:spcPct val="90000"/>
              </a:lnSpc>
            </a:pPr>
            <a:r>
              <a:rPr lang="en-GB" sz="1700">
                <a:solidFill>
                  <a:srgbClr val="FFFFFF"/>
                </a:solidFill>
              </a:rPr>
              <a:t>Understand employment concepts and workplace structures</a:t>
            </a:r>
          </a:p>
          <a:p>
            <a:pPr>
              <a:lnSpc>
                <a:spcPct val="90000"/>
              </a:lnSpc>
            </a:pPr>
            <a:r>
              <a:rPr lang="en-GB" sz="1700">
                <a:solidFill>
                  <a:srgbClr val="FFFFFF"/>
                </a:solidFill>
              </a:rPr>
              <a:t>Apply workplace organisation and performance principles</a:t>
            </a:r>
          </a:p>
          <a:p>
            <a:pPr>
              <a:lnSpc>
                <a:spcPct val="90000"/>
              </a:lnSpc>
            </a:pPr>
            <a:r>
              <a:rPr lang="en-GB" sz="1700">
                <a:solidFill>
                  <a:srgbClr val="FFFFFF"/>
                </a:solidFill>
              </a:rPr>
              <a:t>Understand workplace ethics, communication and safety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Positive Workplace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Trust, cooperation and accountability</a:t>
            </a:r>
          </a:p>
          <a:p>
            <a:r>
              <a:t>Safe and healthy working conditions</a:t>
            </a:r>
          </a:p>
          <a:p>
            <a:r>
              <a:t>Effective communication and teamwork</a:t>
            </a:r>
          </a:p>
          <a:p>
            <a:r>
              <a:t>Respect and employee wellbeing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238E40-A293-0DFF-9D27-675B4A6FC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930904"/>
            <a:ext cx="3611880" cy="30601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3495094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495095" y="-3"/>
            <a:ext cx="792559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315" y="643467"/>
            <a:ext cx="3152284" cy="1375608"/>
          </a:xfrm>
        </p:spPr>
        <p:txBody>
          <a:bodyPr anchor="ctr">
            <a:normAutofit/>
          </a:bodyPr>
          <a:lstStyle/>
          <a:p>
            <a:r>
              <a:rPr lang="en-ZA" sz="3300">
                <a:solidFill>
                  <a:schemeClr val="bg1"/>
                </a:solidFill>
              </a:rPr>
              <a:t>Responsibilities of Employers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315" y="2160590"/>
            <a:ext cx="2980457" cy="344011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Provide a safe working environment</a:t>
            </a:r>
          </a:p>
          <a:p>
            <a:r>
              <a:rPr lang="en-GB">
                <a:solidFill>
                  <a:schemeClr val="bg1"/>
                </a:solidFill>
              </a:rPr>
              <a:t>Offer training and supervision</a:t>
            </a:r>
          </a:p>
          <a:p>
            <a:r>
              <a:rPr lang="en-GB">
                <a:solidFill>
                  <a:schemeClr val="bg1"/>
                </a:solidFill>
              </a:rPr>
              <a:t>Provide equipment and protective clothing</a:t>
            </a:r>
          </a:p>
          <a:p>
            <a:r>
              <a:rPr lang="en-GB">
                <a:solidFill>
                  <a:schemeClr val="bg1"/>
                </a:solidFill>
              </a:rPr>
              <a:t>Consult employees on health and safety matters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382A15-18BD-495C-70F1-755EA5AF3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88074"/>
            <a:ext cx="3857625" cy="3269337"/>
          </a:xfrm>
          <a:prstGeom prst="rect">
            <a:avLst/>
          </a:prstGeom>
        </p:spPr>
      </p:pic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16772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ZA" sz="2700"/>
              <a:t>Responsibilities of Employees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5EF0BF-E7BA-4302-5BEA-F28069ECDD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8421944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ZA" sz="3500"/>
              <a:t>Types of Employment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263BFB-D5B7-552A-3C76-8B99BA37E6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3991764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ZA" sz="3200"/>
              <a:t>Workplace Organisation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8F26F0-3787-5074-56A5-9D4D8F52AB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9320783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Employee Performance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ECACB8-A29C-9894-F71D-AC4B5034FE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0543564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33484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468234" y="3681413"/>
            <a:ext cx="357266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61926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400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068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694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4568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8223" y="-8467"/>
            <a:ext cx="4495777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6292" y="609600"/>
            <a:ext cx="3384742" cy="2227730"/>
          </a:xfrm>
        </p:spPr>
        <p:txBody>
          <a:bodyPr anchor="ctr">
            <a:normAutofit/>
          </a:bodyPr>
          <a:lstStyle/>
          <a:p>
            <a:r>
              <a:rPr lang="en-ZA">
                <a:solidFill>
                  <a:srgbClr val="FFFFFF"/>
                </a:solidFill>
              </a:rPr>
              <a:t>Performance Management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019731-B0B0-8C59-F314-145C96364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38" y="2247719"/>
            <a:ext cx="2892580" cy="245146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6293" y="2837329"/>
            <a:ext cx="3384741" cy="3317938"/>
          </a:xfrm>
        </p:spPr>
        <p:txBody>
          <a:bodyPr anchor="t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Goal setting</a:t>
            </a:r>
          </a:p>
          <a:p>
            <a:r>
              <a:rPr lang="en-GB">
                <a:solidFill>
                  <a:srgbClr val="FFFFFF"/>
                </a:solidFill>
              </a:rPr>
              <a:t>Performance reviews</a:t>
            </a:r>
          </a:p>
          <a:p>
            <a:r>
              <a:rPr lang="en-GB">
                <a:solidFill>
                  <a:srgbClr val="FFFFFF"/>
                </a:solidFill>
              </a:rPr>
              <a:t>Feedback and coaching</a:t>
            </a:r>
          </a:p>
          <a:p>
            <a:r>
              <a:rPr lang="en-GB">
                <a:solidFill>
                  <a:srgbClr val="FFFFFF"/>
                </a:solidFill>
              </a:rPr>
              <a:t>Performance improvement plans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ZA" sz="3800"/>
              <a:t>SMART Goals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41B87D-CEF4-F140-D247-93E3BB69A1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7907152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ZA" sz="3800"/>
              <a:t>Workplace Ethics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6CCECC-7120-508A-B965-586D624A2B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521679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in the Workplace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160590"/>
            <a:ext cx="3962401" cy="2767011"/>
          </a:xfrm>
        </p:spPr>
        <p:txBody>
          <a:bodyPr/>
          <a:lstStyle/>
          <a:p>
            <a:r>
              <a:t>Verbal communication</a:t>
            </a:r>
          </a:p>
          <a:p>
            <a:r>
              <a:t>Written communication</a:t>
            </a:r>
          </a:p>
          <a:p>
            <a:r>
              <a:t>Active listening</a:t>
            </a:r>
          </a:p>
          <a:p>
            <a:r>
              <a:t>Team collaboration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4C0E05-1739-DC4B-A6FC-DC2FE30F0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2935224"/>
            <a:ext cx="3611880" cy="30601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3495094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495095" y="-3"/>
            <a:ext cx="792559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315" y="643467"/>
            <a:ext cx="3152284" cy="137560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ZA" sz="3100">
                <a:solidFill>
                  <a:schemeClr val="bg1"/>
                </a:solidFill>
              </a:rPr>
              <a:t>Occupational Health and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315" y="2160590"/>
            <a:ext cx="2980457" cy="344011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Prevent workplace injuries</a:t>
            </a:r>
          </a:p>
          <a:p>
            <a:r>
              <a:rPr lang="en-GB">
                <a:solidFill>
                  <a:schemeClr val="bg1"/>
                </a:solidFill>
              </a:rPr>
              <a:t>Promote safe work practices</a:t>
            </a:r>
          </a:p>
          <a:p>
            <a:r>
              <a:rPr lang="en-GB">
                <a:solidFill>
                  <a:schemeClr val="bg1"/>
                </a:solidFill>
              </a:rPr>
              <a:t>Identify workplace hazards</a:t>
            </a:r>
          </a:p>
          <a:p>
            <a:r>
              <a:rPr lang="en-GB">
                <a:solidFill>
                  <a:schemeClr val="bg1"/>
                </a:solidFill>
              </a:rPr>
              <a:t>Comply with OHS legislation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CFEB7B-F401-B57E-5D89-7DAF6EEEB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88074"/>
            <a:ext cx="3857625" cy="3269337"/>
          </a:xfrm>
          <a:prstGeom prst="rect">
            <a:avLst/>
          </a:prstGeom>
        </p:spPr>
      </p:pic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16772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ZA" sz="3800"/>
              <a:t>Future Workplace Trends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415F7E-4E90-D8A5-4A21-25EC7E1F77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9184769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Case Study Activity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D81B61-F135-0706-1C4B-B73C493657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8085515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33484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468234" y="3681413"/>
            <a:ext cx="357266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61926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400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068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694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4568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8223" y="-8467"/>
            <a:ext cx="4495777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6292" y="609600"/>
            <a:ext cx="3384742" cy="2227730"/>
          </a:xfrm>
        </p:spPr>
        <p:txBody>
          <a:bodyPr anchor="ctr">
            <a:normAutofit/>
          </a:bodyPr>
          <a:lstStyle/>
          <a:p>
            <a:r>
              <a:rPr lang="en-ZA">
                <a:solidFill>
                  <a:srgbClr val="FFFFFF"/>
                </a:solidFill>
              </a:rPr>
              <a:t>Assessment Preparation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F05D3D-043E-8D6B-BE1C-02CDD2F31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38" y="2247719"/>
            <a:ext cx="2892580" cy="245146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6293" y="2837329"/>
            <a:ext cx="3384741" cy="3317938"/>
          </a:xfrm>
        </p:spPr>
        <p:txBody>
          <a:bodyPr anchor="t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Complete learner workbook activities</a:t>
            </a:r>
          </a:p>
          <a:p>
            <a:r>
              <a:rPr lang="en-GB">
                <a:solidFill>
                  <a:srgbClr val="FFFFFF"/>
                </a:solidFill>
              </a:rPr>
              <a:t>Participate in discussions and group work</a:t>
            </a:r>
          </a:p>
          <a:p>
            <a:r>
              <a:rPr lang="en-GB">
                <a:solidFill>
                  <a:srgbClr val="FFFFFF"/>
                </a:solidFill>
              </a:rPr>
              <a:t>Prepare for formative assessments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6225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0381" y="3681413"/>
            <a:ext cx="357266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4073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38" name="Rectangle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0547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215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42" name="Rectangle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841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36715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62215" y="-8467"/>
            <a:ext cx="6881785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14352" y="1020871"/>
            <a:ext cx="5220569" cy="2849671"/>
          </a:xfrm>
        </p:spPr>
        <p:txBody>
          <a:bodyPr>
            <a:normAutofit/>
          </a:bodyPr>
          <a:lstStyle/>
          <a:p>
            <a:pPr algn="l"/>
            <a:r>
              <a:rPr lang="en-ZA" sz="5200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019339" y="3294792"/>
            <a:ext cx="220660" cy="13982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</TotalTime>
  <Words>263</Words>
  <Application>Microsoft Office PowerPoint</Application>
  <PresentationFormat>On-screen Show (4:3)</PresentationFormat>
  <Paragraphs>83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Trebuchet MS</vt:lpstr>
      <vt:lpstr>Wingdings 3</vt:lpstr>
      <vt:lpstr>Facet</vt:lpstr>
      <vt:lpstr>Workplace Essential Skills</vt:lpstr>
      <vt:lpstr>Learning Outcomes</vt:lpstr>
      <vt:lpstr>Positive Workplace Environment</vt:lpstr>
      <vt:lpstr>Responsibilities of Employers</vt:lpstr>
      <vt:lpstr>Responsibilities of Employees</vt:lpstr>
      <vt:lpstr>Types of Employment</vt:lpstr>
      <vt:lpstr>Workplace Organisation</vt:lpstr>
      <vt:lpstr>Employee Performance</vt:lpstr>
      <vt:lpstr>Performance Management</vt:lpstr>
      <vt:lpstr>SMART Goals</vt:lpstr>
      <vt:lpstr>Workplace Ethics</vt:lpstr>
      <vt:lpstr>Communication in the Workplace</vt:lpstr>
      <vt:lpstr>Occupational Health and Safety</vt:lpstr>
      <vt:lpstr>Future Workplace Trends</vt:lpstr>
      <vt:lpstr>Case Study Activity</vt:lpstr>
      <vt:lpstr>Assessment Preparation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Sanette Wevell</dc:creator>
  <cp:keywords/>
  <dc:description>generated using python-pptx</dc:description>
  <cp:lastModifiedBy>Sanette Wevell</cp:lastModifiedBy>
  <cp:revision>2</cp:revision>
  <dcterms:created xsi:type="dcterms:W3CDTF">2013-01-27T09:14:16Z</dcterms:created>
  <dcterms:modified xsi:type="dcterms:W3CDTF">2026-05-19T17:00:26Z</dcterms:modified>
  <cp:category/>
</cp:coreProperties>
</file>